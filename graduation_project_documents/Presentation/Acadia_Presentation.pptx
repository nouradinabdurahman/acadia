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2"/>
    <p:sldMasterId id="2147483655" r:id="rId3"/>
  </p:sldMasterIdLst>
  <p:notesMasterIdLst>
    <p:notesMasterId r:id="rId38"/>
  </p:notesMasterIdLst>
  <p:sldIdLst>
    <p:sldId id="256" r:id="rId4"/>
    <p:sldId id="257" r:id="rId5"/>
    <p:sldId id="258" r:id="rId6"/>
    <p:sldId id="259" r:id="rId7"/>
    <p:sldId id="260" r:id="rId8"/>
    <p:sldId id="261" r:id="rId9"/>
    <p:sldId id="262" r:id="rId10"/>
    <p:sldId id="263" r:id="rId11"/>
    <p:sldId id="288" r:id="rId12"/>
    <p:sldId id="289"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2192000" cy="6858000"/>
  <p:notesSz cx="7772400" cy="10058400"/>
  <p:defaultText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72"/>
    <p:restoredTop sz="94677"/>
  </p:normalViewPr>
  <p:slideViewPr>
    <p:cSldViewPr snapToGrid="0">
      <p:cViewPr varScale="1">
        <p:scale>
          <a:sx n="210" d="100"/>
          <a:sy n="210" d="100"/>
        </p:scale>
        <p:origin x="15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29"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defTabSz="914400">
              <a:lnSpc>
                <a:spcPct val="90000"/>
              </a:lnSpc>
            </a:pPr>
            <a:r>
              <a:rPr lang="en-US" sz="3200" b="1" u="none" strike="noStrike">
                <a:solidFill>
                  <a:schemeClr val="lt1"/>
                </a:solidFill>
                <a:effectLst/>
                <a:uFillTx/>
                <a:latin typeface="Gotham"/>
              </a:rPr>
              <a:t>Click to move the slide</a:t>
            </a:r>
          </a:p>
        </p:txBody>
      </p:sp>
      <p:sp>
        <p:nvSpPr>
          <p:cNvPr id="43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431"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432" name="PlaceHolder 4"/>
          <p:cNvSpPr>
            <a:spLocks noGrp="1"/>
          </p:cNvSpPr>
          <p:nvPr>
            <p:ph type="dt" idx="29"/>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433" name="PlaceHolder 5"/>
          <p:cNvSpPr>
            <a:spLocks noGrp="1"/>
          </p:cNvSpPr>
          <p:nvPr>
            <p:ph type="ftr" idx="30"/>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434" name="PlaceHolder 6"/>
          <p:cNvSpPr>
            <a:spLocks noGrp="1"/>
          </p:cNvSpPr>
          <p:nvPr>
            <p:ph type="sldNum" idx="31"/>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EF55761-16CE-4E1B-BD90-969F45C539B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685800" y="1143000"/>
            <a:ext cx="5486040" cy="3085920"/>
          </a:xfrm>
          <a:prstGeom prst="rect">
            <a:avLst/>
          </a:prstGeom>
          <a:ln w="0">
            <a:noFill/>
          </a:ln>
        </p:spPr>
      </p:sp>
      <p:sp>
        <p:nvSpPr>
          <p:cNvPr id="5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592"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2713E6A2-EB12-43C5-95AD-77A637EA1975}" type="slidenum">
              <a:rPr lang="tr-TR"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 name="PlaceHolder 1"/>
          <p:cNvSpPr>
            <a:spLocks noGrp="1" noRot="1" noChangeAspect="1"/>
          </p:cNvSpPr>
          <p:nvPr>
            <p:ph type="sldImg"/>
          </p:nvPr>
        </p:nvSpPr>
        <p:spPr>
          <a:xfrm>
            <a:off x="685800" y="1143000"/>
            <a:ext cx="5486040" cy="3085920"/>
          </a:xfrm>
          <a:prstGeom prst="rect">
            <a:avLst/>
          </a:prstGeom>
          <a:ln w="0">
            <a:noFill/>
          </a:ln>
        </p:spPr>
      </p:sp>
      <p:sp>
        <p:nvSpPr>
          <p:cNvPr id="5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595"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8574517E-934D-481D-AC0A-5BFF84F85925}" type="slidenum">
              <a:rPr lang="tr-TR" sz="1200" b="0" u="none" strike="noStrike">
                <a:solidFill>
                  <a:srgbClr val="000000"/>
                </a:solidFill>
                <a:effectLst/>
                <a:uFillTx/>
                <a:latin typeface="Times New Roman"/>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PlaceHolder 1"/>
          <p:cNvSpPr>
            <a:spLocks noGrp="1" noRot="1" noChangeAspect="1"/>
          </p:cNvSpPr>
          <p:nvPr>
            <p:ph type="sldImg"/>
          </p:nvPr>
        </p:nvSpPr>
        <p:spPr>
          <a:xfrm>
            <a:off x="685800" y="1143000"/>
            <a:ext cx="5486040" cy="3085920"/>
          </a:xfrm>
          <a:prstGeom prst="rect">
            <a:avLst/>
          </a:prstGeom>
          <a:ln w="0">
            <a:noFill/>
          </a:ln>
        </p:spPr>
      </p:sp>
      <p:sp>
        <p:nvSpPr>
          <p:cNvPr id="5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598"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069402C3-771E-4ECF-BB86-DB23BB97263F}" type="slidenum">
              <a:rPr lang="tr-TR"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 name="PlaceHolder 1"/>
          <p:cNvSpPr>
            <a:spLocks noGrp="1" noRot="1" noChangeAspect="1"/>
          </p:cNvSpPr>
          <p:nvPr>
            <p:ph type="sldImg"/>
          </p:nvPr>
        </p:nvSpPr>
        <p:spPr>
          <a:xfrm>
            <a:off x="685800" y="1143000"/>
            <a:ext cx="5486040" cy="3085920"/>
          </a:xfrm>
          <a:prstGeom prst="rect">
            <a:avLst/>
          </a:prstGeom>
          <a:ln w="0">
            <a:noFill/>
          </a:ln>
        </p:spPr>
      </p:sp>
      <p:sp>
        <p:nvSpPr>
          <p:cNvPr id="6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01"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E315C9DB-B91F-4D57-A11F-B55053801062}" type="slidenum">
              <a:rPr lang="tr-TR"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 name="PlaceHolder 1"/>
          <p:cNvSpPr>
            <a:spLocks noGrp="1" noRot="1" noChangeAspect="1"/>
          </p:cNvSpPr>
          <p:nvPr>
            <p:ph type="sldImg"/>
          </p:nvPr>
        </p:nvSpPr>
        <p:spPr>
          <a:xfrm>
            <a:off x="685800" y="1143000"/>
            <a:ext cx="5486040" cy="3085920"/>
          </a:xfrm>
          <a:prstGeom prst="rect">
            <a:avLst/>
          </a:prstGeom>
          <a:ln w="0">
            <a:noFill/>
          </a:ln>
        </p:spPr>
      </p:sp>
      <p:sp>
        <p:nvSpPr>
          <p:cNvPr id="6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04"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B63F95AC-0FD5-4F0B-90B9-6A888A3A9C58}" type="slidenum">
              <a:rPr lang="tr-TR"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 name="PlaceHolder 1"/>
          <p:cNvSpPr>
            <a:spLocks noGrp="1" noRot="1" noChangeAspect="1"/>
          </p:cNvSpPr>
          <p:nvPr>
            <p:ph type="sldImg"/>
          </p:nvPr>
        </p:nvSpPr>
        <p:spPr>
          <a:xfrm>
            <a:off x="685800" y="1143000"/>
            <a:ext cx="5486040" cy="3085920"/>
          </a:xfrm>
          <a:prstGeom prst="rect">
            <a:avLst/>
          </a:prstGeom>
          <a:ln w="0">
            <a:noFill/>
          </a:ln>
        </p:spPr>
      </p:sp>
      <p:sp>
        <p:nvSpPr>
          <p:cNvPr id="6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07"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F88750D0-2F93-4AFD-935E-CEF0EE881F33}" type="slidenum">
              <a:rPr lang="tr-TR"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 name="PlaceHolder 1"/>
          <p:cNvSpPr>
            <a:spLocks noGrp="1" noRot="1" noChangeAspect="1"/>
          </p:cNvSpPr>
          <p:nvPr>
            <p:ph type="sldImg"/>
          </p:nvPr>
        </p:nvSpPr>
        <p:spPr>
          <a:xfrm>
            <a:off x="685800" y="1143000"/>
            <a:ext cx="5486400" cy="3086100"/>
          </a:xfrm>
          <a:prstGeom prst="rect">
            <a:avLst/>
          </a:prstGeom>
          <a:ln w="0">
            <a:noFill/>
          </a:ln>
        </p:spPr>
      </p:sp>
      <p:sp>
        <p:nvSpPr>
          <p:cNvPr id="6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10"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E2DFA7FA-CE1D-423C-90D0-8B1FDAEE2933}" type="slidenum">
              <a:rPr lang="tr-TR"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BE355-81EF-4341-08D4-56610BD822B1}"/>
            </a:ext>
          </a:extLst>
        </p:cNvPr>
        <p:cNvGrpSpPr/>
        <p:nvPr/>
      </p:nvGrpSpPr>
      <p:grpSpPr>
        <a:xfrm>
          <a:off x="0" y="0"/>
          <a:ext cx="0" cy="0"/>
          <a:chOff x="0" y="0"/>
          <a:chExt cx="0" cy="0"/>
        </a:xfrm>
      </p:grpSpPr>
      <p:sp>
        <p:nvSpPr>
          <p:cNvPr id="608" name="PlaceHolder 1">
            <a:extLst>
              <a:ext uri="{FF2B5EF4-FFF2-40B4-BE49-F238E27FC236}">
                <a16:creationId xmlns:a16="http://schemas.microsoft.com/office/drawing/2014/main" id="{5D17C59D-8B2C-721A-CDAC-C2E380964D2D}"/>
              </a:ext>
            </a:extLst>
          </p:cNvPr>
          <p:cNvSpPr>
            <a:spLocks noGrp="1" noRot="1" noChangeAspect="1"/>
          </p:cNvSpPr>
          <p:nvPr>
            <p:ph type="sldImg"/>
          </p:nvPr>
        </p:nvSpPr>
        <p:spPr>
          <a:xfrm>
            <a:off x="685800" y="1143000"/>
            <a:ext cx="5486400" cy="3086100"/>
          </a:xfrm>
          <a:prstGeom prst="rect">
            <a:avLst/>
          </a:prstGeom>
          <a:ln w="0">
            <a:noFill/>
          </a:ln>
        </p:spPr>
      </p:sp>
      <p:sp>
        <p:nvSpPr>
          <p:cNvPr id="609" name="PlaceHolder 2">
            <a:extLst>
              <a:ext uri="{FF2B5EF4-FFF2-40B4-BE49-F238E27FC236}">
                <a16:creationId xmlns:a16="http://schemas.microsoft.com/office/drawing/2014/main" id="{90DA8385-A6F2-D959-40FF-3DB032E863D6}"/>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10" name="PlaceHolder 3">
            <a:extLst>
              <a:ext uri="{FF2B5EF4-FFF2-40B4-BE49-F238E27FC236}">
                <a16:creationId xmlns:a16="http://schemas.microsoft.com/office/drawing/2014/main" id="{E8C591FE-181C-37E9-A595-B01F2016784B}"/>
              </a:ext>
            </a:extLst>
          </p:cNvPr>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E2DFA7FA-CE1D-423C-90D0-8B1FDAEE2933}" type="slidenum">
              <a:rPr lang="tr-TR"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779408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926C2-080B-98B5-19FF-AAB44E65D443}"/>
            </a:ext>
          </a:extLst>
        </p:cNvPr>
        <p:cNvGrpSpPr/>
        <p:nvPr/>
      </p:nvGrpSpPr>
      <p:grpSpPr>
        <a:xfrm>
          <a:off x="0" y="0"/>
          <a:ext cx="0" cy="0"/>
          <a:chOff x="0" y="0"/>
          <a:chExt cx="0" cy="0"/>
        </a:xfrm>
      </p:grpSpPr>
      <p:sp>
        <p:nvSpPr>
          <p:cNvPr id="608" name="PlaceHolder 1">
            <a:extLst>
              <a:ext uri="{FF2B5EF4-FFF2-40B4-BE49-F238E27FC236}">
                <a16:creationId xmlns:a16="http://schemas.microsoft.com/office/drawing/2014/main" id="{F7F87136-634F-8F5D-2117-54BDC65323CB}"/>
              </a:ext>
            </a:extLst>
          </p:cNvPr>
          <p:cNvSpPr>
            <a:spLocks noGrp="1" noRot="1" noChangeAspect="1"/>
          </p:cNvSpPr>
          <p:nvPr>
            <p:ph type="sldImg"/>
          </p:nvPr>
        </p:nvSpPr>
        <p:spPr>
          <a:xfrm>
            <a:off x="685800" y="1143000"/>
            <a:ext cx="5486400" cy="3086100"/>
          </a:xfrm>
          <a:prstGeom prst="rect">
            <a:avLst/>
          </a:prstGeom>
          <a:ln w="0">
            <a:noFill/>
          </a:ln>
        </p:spPr>
      </p:sp>
      <p:sp>
        <p:nvSpPr>
          <p:cNvPr id="609" name="PlaceHolder 2">
            <a:extLst>
              <a:ext uri="{FF2B5EF4-FFF2-40B4-BE49-F238E27FC236}">
                <a16:creationId xmlns:a16="http://schemas.microsoft.com/office/drawing/2014/main" id="{C0FC6B54-D761-D6C9-35DB-25AD52A210B4}"/>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10" name="PlaceHolder 3">
            <a:extLst>
              <a:ext uri="{FF2B5EF4-FFF2-40B4-BE49-F238E27FC236}">
                <a16:creationId xmlns:a16="http://schemas.microsoft.com/office/drawing/2014/main" id="{87B7CA57-BDC6-E216-7390-DD9AC3F2E3B1}"/>
              </a:ext>
            </a:extLst>
          </p:cNvPr>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E2DFA7FA-CE1D-423C-90D0-8B1FDAEE2933}" type="slidenum">
              <a:rPr lang="tr-TR"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366472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 name="PlaceHolder 1"/>
          <p:cNvSpPr>
            <a:spLocks noGrp="1" noRot="1" noChangeAspect="1"/>
          </p:cNvSpPr>
          <p:nvPr>
            <p:ph type="sldImg"/>
          </p:nvPr>
        </p:nvSpPr>
        <p:spPr>
          <a:xfrm>
            <a:off x="685800" y="1143000"/>
            <a:ext cx="5486400" cy="3086100"/>
          </a:xfrm>
          <a:prstGeom prst="rect">
            <a:avLst/>
          </a:prstGeom>
          <a:ln w="0">
            <a:noFill/>
          </a:ln>
        </p:spPr>
      </p:sp>
      <p:sp>
        <p:nvSpPr>
          <p:cNvPr id="6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13"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A9575D3D-B995-47EA-BB39-CC2304A7A9E8}" type="slidenum">
              <a:rPr lang="tr-TR" sz="1200" b="0" u="none" strike="noStrike">
                <a:solidFill>
                  <a:srgbClr val="000000"/>
                </a:solidFill>
                <a:effectLst/>
                <a:uFillTx/>
                <a:latin typeface="Times New Roman"/>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 name="PlaceHolder 1"/>
          <p:cNvSpPr>
            <a:spLocks noGrp="1" noRot="1" noChangeAspect="1"/>
          </p:cNvSpPr>
          <p:nvPr>
            <p:ph type="sldImg"/>
          </p:nvPr>
        </p:nvSpPr>
        <p:spPr>
          <a:xfrm>
            <a:off x="685800" y="1143000"/>
            <a:ext cx="5486040" cy="3085920"/>
          </a:xfrm>
          <a:prstGeom prst="rect">
            <a:avLst/>
          </a:prstGeom>
          <a:ln w="0">
            <a:noFill/>
          </a:ln>
        </p:spPr>
      </p:sp>
      <p:sp>
        <p:nvSpPr>
          <p:cNvPr id="6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16"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8FB93F0A-14C6-4790-A5EC-FF2B0DD26AE0}" type="slidenum">
              <a:rPr lang="tr-TR"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 name="PlaceHolder 1"/>
          <p:cNvSpPr>
            <a:spLocks noGrp="1" noRot="1" noChangeAspect="1"/>
          </p:cNvSpPr>
          <p:nvPr>
            <p:ph type="sldImg"/>
          </p:nvPr>
        </p:nvSpPr>
        <p:spPr>
          <a:xfrm>
            <a:off x="685800" y="1143000"/>
            <a:ext cx="5486040" cy="3085920"/>
          </a:xfrm>
          <a:prstGeom prst="rect">
            <a:avLst/>
          </a:prstGeom>
          <a:ln w="0">
            <a:noFill/>
          </a:ln>
        </p:spPr>
      </p:sp>
      <p:sp>
        <p:nvSpPr>
          <p:cNvPr id="6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19"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A5886CE4-46DD-4E21-A455-56585B48BD04}" type="slidenum">
              <a:rPr lang="tr-TR"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 name="PlaceHolder 1"/>
          <p:cNvSpPr>
            <a:spLocks noGrp="1" noRot="1" noChangeAspect="1"/>
          </p:cNvSpPr>
          <p:nvPr>
            <p:ph type="sldImg"/>
          </p:nvPr>
        </p:nvSpPr>
        <p:spPr>
          <a:xfrm>
            <a:off x="685800" y="1143000"/>
            <a:ext cx="5486040" cy="3085920"/>
          </a:xfrm>
          <a:prstGeom prst="rect">
            <a:avLst/>
          </a:prstGeom>
          <a:ln w="0">
            <a:noFill/>
          </a:ln>
        </p:spPr>
      </p:sp>
      <p:sp>
        <p:nvSpPr>
          <p:cNvPr id="6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22"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F34E6C6B-5903-4060-935C-628830D1E9DE}" type="slidenum">
              <a:rPr lang="tr-TR" sz="1200" b="0" u="none" strike="noStrike">
                <a:solidFill>
                  <a:srgbClr val="000000"/>
                </a:solidFill>
                <a:effectLst/>
                <a:uFillTx/>
                <a:latin typeface="Times New Roman"/>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 name="PlaceHolder 1"/>
          <p:cNvSpPr>
            <a:spLocks noGrp="1" noRot="1" noChangeAspect="1"/>
          </p:cNvSpPr>
          <p:nvPr>
            <p:ph type="sldImg"/>
          </p:nvPr>
        </p:nvSpPr>
        <p:spPr>
          <a:xfrm>
            <a:off x="685800" y="1143000"/>
            <a:ext cx="5486040" cy="3085920"/>
          </a:xfrm>
          <a:prstGeom prst="rect">
            <a:avLst/>
          </a:prstGeom>
          <a:ln w="0">
            <a:noFill/>
          </a:ln>
        </p:spPr>
      </p:sp>
      <p:sp>
        <p:nvSpPr>
          <p:cNvPr id="6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25"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F64E45C4-92DB-4C78-A4A0-2C0095B74889}" type="slidenum">
              <a:rPr lang="tr-TR" sz="1200" b="0" u="none" strike="noStrike">
                <a:solidFill>
                  <a:srgbClr val="000000"/>
                </a:solidFill>
                <a:effectLst/>
                <a:uFillTx/>
                <a:latin typeface="Times New Roman"/>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 name="PlaceHolder 1"/>
          <p:cNvSpPr>
            <a:spLocks noGrp="1" noRot="1" noChangeAspect="1"/>
          </p:cNvSpPr>
          <p:nvPr>
            <p:ph type="sldImg"/>
          </p:nvPr>
        </p:nvSpPr>
        <p:spPr>
          <a:xfrm>
            <a:off x="685800" y="1143000"/>
            <a:ext cx="5486040" cy="3085920"/>
          </a:xfrm>
          <a:prstGeom prst="rect">
            <a:avLst/>
          </a:prstGeom>
          <a:ln w="0">
            <a:noFill/>
          </a:ln>
        </p:spPr>
      </p:sp>
      <p:sp>
        <p:nvSpPr>
          <p:cNvPr id="6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28"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DDA789C4-F929-4659-8557-0FDAEAEA2B10}" type="slidenum">
              <a:rPr lang="tr-TR" sz="1200" b="0" u="none" strike="noStrike">
                <a:solidFill>
                  <a:srgbClr val="000000"/>
                </a:solidFill>
                <a:effectLst/>
                <a:uFillTx/>
                <a:latin typeface="Times New Roman"/>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PlaceHolder 1"/>
          <p:cNvSpPr>
            <a:spLocks noGrp="1" noRot="1" noChangeAspect="1"/>
          </p:cNvSpPr>
          <p:nvPr>
            <p:ph type="sldImg"/>
          </p:nvPr>
        </p:nvSpPr>
        <p:spPr>
          <a:xfrm>
            <a:off x="685800" y="1143000"/>
            <a:ext cx="5486040" cy="3085920"/>
          </a:xfrm>
          <a:prstGeom prst="rect">
            <a:avLst/>
          </a:prstGeom>
          <a:ln w="0">
            <a:noFill/>
          </a:ln>
        </p:spPr>
      </p:sp>
      <p:sp>
        <p:nvSpPr>
          <p:cNvPr id="6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31"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68FD5D64-F830-429C-8885-91CC78F643FF}" type="slidenum">
              <a:rPr lang="tr-TR" sz="1200" b="0" u="none" strike="noStrike">
                <a:solidFill>
                  <a:srgbClr val="000000"/>
                </a:solidFill>
                <a:effectLst/>
                <a:uFillTx/>
                <a:latin typeface="Times New Roman"/>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 name="PlaceHolder 1"/>
          <p:cNvSpPr>
            <a:spLocks noGrp="1" noRot="1" noChangeAspect="1"/>
          </p:cNvSpPr>
          <p:nvPr>
            <p:ph type="sldImg"/>
          </p:nvPr>
        </p:nvSpPr>
        <p:spPr>
          <a:xfrm>
            <a:off x="685800" y="1143000"/>
            <a:ext cx="5486040" cy="3085920"/>
          </a:xfrm>
          <a:prstGeom prst="rect">
            <a:avLst/>
          </a:prstGeom>
          <a:ln w="0">
            <a:noFill/>
          </a:ln>
        </p:spPr>
      </p:sp>
      <p:sp>
        <p:nvSpPr>
          <p:cNvPr id="6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34"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B201B69E-CDE3-4DF6-99AE-A11620882327}" type="slidenum">
              <a:rPr lang="tr-TR"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PlaceHolder 1"/>
          <p:cNvSpPr>
            <a:spLocks noGrp="1" noRot="1" noChangeAspect="1"/>
          </p:cNvSpPr>
          <p:nvPr>
            <p:ph type="sldImg"/>
          </p:nvPr>
        </p:nvSpPr>
        <p:spPr>
          <a:xfrm>
            <a:off x="685800" y="1143000"/>
            <a:ext cx="5486040" cy="3085920"/>
          </a:xfrm>
          <a:prstGeom prst="rect">
            <a:avLst/>
          </a:prstGeom>
          <a:ln w="0">
            <a:noFill/>
          </a:ln>
        </p:spPr>
      </p:sp>
      <p:sp>
        <p:nvSpPr>
          <p:cNvPr id="6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37"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11C8C6D2-D613-44EF-94FE-AFD62901581F}" type="slidenum">
              <a:rPr lang="tr-TR"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 name="PlaceHolder 1"/>
          <p:cNvSpPr>
            <a:spLocks noGrp="1" noRot="1" noChangeAspect="1"/>
          </p:cNvSpPr>
          <p:nvPr>
            <p:ph type="sldImg"/>
          </p:nvPr>
        </p:nvSpPr>
        <p:spPr>
          <a:xfrm>
            <a:off x="685800" y="1143000"/>
            <a:ext cx="5486400" cy="3086100"/>
          </a:xfrm>
          <a:prstGeom prst="rect">
            <a:avLst/>
          </a:prstGeom>
          <a:ln w="0">
            <a:noFill/>
          </a:ln>
        </p:spPr>
      </p:sp>
      <p:sp>
        <p:nvSpPr>
          <p:cNvPr id="6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40"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F49140AF-08AD-4C8E-8B2B-2238B808D8C4}" type="slidenum">
              <a:rPr lang="tr-TR"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PlaceHolder 1"/>
          <p:cNvSpPr>
            <a:spLocks noGrp="1" noRot="1" noChangeAspect="1"/>
          </p:cNvSpPr>
          <p:nvPr>
            <p:ph type="sldImg"/>
          </p:nvPr>
        </p:nvSpPr>
        <p:spPr>
          <a:xfrm>
            <a:off x="685800" y="1143000"/>
            <a:ext cx="5486040" cy="3085920"/>
          </a:xfrm>
          <a:prstGeom prst="rect">
            <a:avLst/>
          </a:prstGeom>
          <a:ln w="0">
            <a:noFill/>
          </a:ln>
        </p:spPr>
      </p:sp>
      <p:sp>
        <p:nvSpPr>
          <p:cNvPr id="6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43"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9205E710-F5B3-4C57-BFDA-7B7EF518AFF9}" type="slidenum">
              <a:rPr lang="tr-TR" sz="1200" b="0" u="none" strike="noStrike">
                <a:solidFill>
                  <a:srgbClr val="000000"/>
                </a:solidFill>
                <a:effectLst/>
                <a:uFillTx/>
                <a:latin typeface="Times New Roman"/>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 name="PlaceHolder 1"/>
          <p:cNvSpPr>
            <a:spLocks noGrp="1" noRot="1" noChangeAspect="1"/>
          </p:cNvSpPr>
          <p:nvPr>
            <p:ph type="sldImg"/>
          </p:nvPr>
        </p:nvSpPr>
        <p:spPr>
          <a:xfrm>
            <a:off x="685800" y="1143000"/>
            <a:ext cx="5486040" cy="3085920"/>
          </a:xfrm>
          <a:prstGeom prst="rect">
            <a:avLst/>
          </a:prstGeom>
          <a:ln w="0">
            <a:noFill/>
          </a:ln>
        </p:spPr>
      </p:sp>
      <p:sp>
        <p:nvSpPr>
          <p:cNvPr id="6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46"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ABC0C3E4-9DD0-4E3C-8481-857F136A085C}" type="slidenum">
              <a:rPr lang="tr-TR" sz="1200" b="0" u="none" strike="noStrike">
                <a:solidFill>
                  <a:srgbClr val="000000"/>
                </a:solidFill>
                <a:effectLst/>
                <a:uFillTx/>
                <a:latin typeface="Times New Roman"/>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 name="PlaceHolder 1"/>
          <p:cNvSpPr>
            <a:spLocks noGrp="1" noRot="1" noChangeAspect="1"/>
          </p:cNvSpPr>
          <p:nvPr>
            <p:ph type="sldImg"/>
          </p:nvPr>
        </p:nvSpPr>
        <p:spPr>
          <a:xfrm>
            <a:off x="685800" y="1143000"/>
            <a:ext cx="5486040" cy="3085920"/>
          </a:xfrm>
          <a:prstGeom prst="rect">
            <a:avLst/>
          </a:prstGeom>
          <a:ln w="0">
            <a:noFill/>
          </a:ln>
        </p:spPr>
      </p:sp>
      <p:sp>
        <p:nvSpPr>
          <p:cNvPr id="6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49"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1133441A-E06F-4D5B-A389-4E67A656522C}" type="slidenum">
              <a:rPr lang="tr-TR" sz="1200" b="0" u="none" strike="noStrike">
                <a:solidFill>
                  <a:srgbClr val="000000"/>
                </a:solidFill>
                <a:effectLst/>
                <a:uFillTx/>
                <a:latin typeface="Times New Roman"/>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PlaceHolder 1"/>
          <p:cNvSpPr>
            <a:spLocks noGrp="1" noRot="1" noChangeAspect="1"/>
          </p:cNvSpPr>
          <p:nvPr>
            <p:ph type="sldImg"/>
          </p:nvPr>
        </p:nvSpPr>
        <p:spPr>
          <a:xfrm>
            <a:off x="685800" y="1143000"/>
            <a:ext cx="5486040" cy="3085920"/>
          </a:xfrm>
          <a:prstGeom prst="rect">
            <a:avLst/>
          </a:prstGeom>
          <a:ln w="0">
            <a:noFill/>
          </a:ln>
        </p:spPr>
      </p:sp>
      <p:sp>
        <p:nvSpPr>
          <p:cNvPr id="6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52"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3C682EEE-37CC-4B7E-890B-DDB2BC97E1B9}" type="slidenum">
              <a:rPr lang="tr-TR" sz="1200" b="0" u="none" strike="noStrike">
                <a:solidFill>
                  <a:srgbClr val="000000"/>
                </a:solidFill>
                <a:effectLst/>
                <a:uFillTx/>
                <a:latin typeface="Times New Roman"/>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 name="PlaceHolder 1"/>
          <p:cNvSpPr>
            <a:spLocks noGrp="1" noRot="1" noChangeAspect="1"/>
          </p:cNvSpPr>
          <p:nvPr>
            <p:ph type="sldImg"/>
          </p:nvPr>
        </p:nvSpPr>
        <p:spPr>
          <a:xfrm>
            <a:off x="685800" y="1143000"/>
            <a:ext cx="5486400" cy="3086100"/>
          </a:xfrm>
          <a:prstGeom prst="rect">
            <a:avLst/>
          </a:prstGeom>
          <a:ln w="0">
            <a:noFill/>
          </a:ln>
        </p:spPr>
      </p:sp>
      <p:sp>
        <p:nvSpPr>
          <p:cNvPr id="6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55"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50AE839D-0C1E-40FC-9CB5-6CDE88FF113E}" type="slidenum">
              <a:rPr lang="tr-TR" sz="1200" b="0" u="none" strike="noStrike">
                <a:solidFill>
                  <a:srgbClr val="000000"/>
                </a:solidFill>
                <a:effectLst/>
                <a:uFillTx/>
                <a:latin typeface="Times New Roman"/>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 name="PlaceHolder 1"/>
          <p:cNvSpPr>
            <a:spLocks noGrp="1" noRot="1" noChangeAspect="1"/>
          </p:cNvSpPr>
          <p:nvPr>
            <p:ph type="sldImg"/>
          </p:nvPr>
        </p:nvSpPr>
        <p:spPr>
          <a:xfrm>
            <a:off x="685800" y="1143000"/>
            <a:ext cx="5486040" cy="3085920"/>
          </a:xfrm>
          <a:prstGeom prst="rect">
            <a:avLst/>
          </a:prstGeom>
          <a:ln w="0">
            <a:noFill/>
          </a:ln>
        </p:spPr>
      </p:sp>
      <p:sp>
        <p:nvSpPr>
          <p:cNvPr id="6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58"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44D8C97C-2CD4-4F41-96B2-4C56E5A61BEC}" type="slidenum">
              <a:rPr lang="tr-TR" sz="1200" b="0" u="none" strike="noStrike">
                <a:solidFill>
                  <a:srgbClr val="000000"/>
                </a:solidFill>
                <a:effectLst/>
                <a:uFillTx/>
                <a:latin typeface="Times New Roman"/>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PlaceHolder 1"/>
          <p:cNvSpPr>
            <a:spLocks noGrp="1" noRot="1" noChangeAspect="1"/>
          </p:cNvSpPr>
          <p:nvPr>
            <p:ph type="sldImg"/>
          </p:nvPr>
        </p:nvSpPr>
        <p:spPr>
          <a:xfrm>
            <a:off x="685800" y="1143000"/>
            <a:ext cx="5486040" cy="3085920"/>
          </a:xfrm>
          <a:prstGeom prst="rect">
            <a:avLst/>
          </a:prstGeom>
          <a:ln w="0">
            <a:noFill/>
          </a:ln>
        </p:spPr>
      </p:sp>
      <p:sp>
        <p:nvSpPr>
          <p:cNvPr id="6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61"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D79BBD9B-5B9A-4B79-B118-D08B3303BBF9}" type="slidenum">
              <a:rPr lang="tr-TR" sz="1200" b="0" u="none" strike="noStrike">
                <a:solidFill>
                  <a:srgbClr val="000000"/>
                </a:solidFill>
                <a:effectLst/>
                <a:uFillTx/>
                <a:latin typeface="Times New Roman"/>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 name="PlaceHolder 1"/>
          <p:cNvSpPr>
            <a:spLocks noGrp="1" noRot="1" noChangeAspect="1"/>
          </p:cNvSpPr>
          <p:nvPr>
            <p:ph type="sldImg"/>
          </p:nvPr>
        </p:nvSpPr>
        <p:spPr>
          <a:xfrm>
            <a:off x="685800" y="1143000"/>
            <a:ext cx="5486040" cy="3085920"/>
          </a:xfrm>
          <a:prstGeom prst="rect">
            <a:avLst/>
          </a:prstGeom>
          <a:ln w="0">
            <a:noFill/>
          </a:ln>
        </p:spPr>
      </p:sp>
      <p:sp>
        <p:nvSpPr>
          <p:cNvPr id="6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64"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CE905653-3174-47A6-9D44-87D0C2573AAD}" type="slidenum">
              <a:rPr lang="tr-TR" sz="1200" b="0" u="none" strike="noStrike">
                <a:solidFill>
                  <a:srgbClr val="000000"/>
                </a:solidFill>
                <a:effectLst/>
                <a:uFillTx/>
                <a:latin typeface="Times New Roman"/>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 name="PlaceHolder 1"/>
          <p:cNvSpPr>
            <a:spLocks noGrp="1" noRot="1" noChangeAspect="1"/>
          </p:cNvSpPr>
          <p:nvPr>
            <p:ph type="sldImg"/>
          </p:nvPr>
        </p:nvSpPr>
        <p:spPr>
          <a:xfrm>
            <a:off x="685800" y="1143000"/>
            <a:ext cx="5486040" cy="3085920"/>
          </a:xfrm>
          <a:prstGeom prst="rect">
            <a:avLst/>
          </a:prstGeom>
          <a:ln w="0">
            <a:noFill/>
          </a:ln>
        </p:spPr>
      </p:sp>
      <p:sp>
        <p:nvSpPr>
          <p:cNvPr id="6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67"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57088430-9472-4CF2-BEDE-075D45C2D365}" type="slidenum">
              <a:rPr lang="tr-TR" sz="1200" b="0" u="none" strike="noStrike">
                <a:solidFill>
                  <a:srgbClr val="000000"/>
                </a:solidFill>
                <a:effectLst/>
                <a:uFillTx/>
                <a:latin typeface="Times New Roman"/>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 name="PlaceHolder 1"/>
          <p:cNvSpPr>
            <a:spLocks noGrp="1" noRot="1" noChangeAspect="1"/>
          </p:cNvSpPr>
          <p:nvPr>
            <p:ph type="sldImg"/>
          </p:nvPr>
        </p:nvSpPr>
        <p:spPr>
          <a:xfrm>
            <a:off x="685800" y="1143000"/>
            <a:ext cx="5486040" cy="3085920"/>
          </a:xfrm>
          <a:prstGeom prst="rect">
            <a:avLst/>
          </a:prstGeom>
          <a:ln w="0">
            <a:noFill/>
          </a:ln>
        </p:spPr>
      </p:sp>
      <p:sp>
        <p:nvSpPr>
          <p:cNvPr id="6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70"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7A860FC5-ED40-4048-9E42-DB1C7A7B8D5C}" type="slidenum">
              <a:rPr lang="tr-TR"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 name="PlaceHolder 1"/>
          <p:cNvSpPr>
            <a:spLocks noGrp="1" noRot="1" noChangeAspect="1"/>
          </p:cNvSpPr>
          <p:nvPr>
            <p:ph type="sldImg"/>
          </p:nvPr>
        </p:nvSpPr>
        <p:spPr>
          <a:xfrm>
            <a:off x="685800" y="1143000"/>
            <a:ext cx="5486040" cy="3085920"/>
          </a:xfrm>
          <a:prstGeom prst="rect">
            <a:avLst/>
          </a:prstGeom>
          <a:ln w="0">
            <a:noFill/>
          </a:ln>
        </p:spPr>
      </p:sp>
      <p:sp>
        <p:nvSpPr>
          <p:cNvPr id="6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73"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A4ABE051-2596-4837-86A9-8852B1A67132}" type="slidenum">
              <a:rPr lang="tr-TR" sz="1200" b="0" u="none" strike="noStrike">
                <a:solidFill>
                  <a:srgbClr val="000000"/>
                </a:solidFill>
                <a:effectLst/>
                <a:uFillTx/>
                <a:latin typeface="Times New Roman"/>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 name="PlaceHolder 1"/>
          <p:cNvSpPr>
            <a:spLocks noGrp="1" noRot="1" noChangeAspect="1"/>
          </p:cNvSpPr>
          <p:nvPr>
            <p:ph type="sldImg"/>
          </p:nvPr>
        </p:nvSpPr>
        <p:spPr>
          <a:xfrm>
            <a:off x="685800" y="1143000"/>
            <a:ext cx="5486040" cy="3085920"/>
          </a:xfrm>
          <a:prstGeom prst="rect">
            <a:avLst/>
          </a:prstGeom>
          <a:ln w="0">
            <a:noFill/>
          </a:ln>
        </p:spPr>
      </p:sp>
      <p:sp>
        <p:nvSpPr>
          <p:cNvPr id="6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76"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4113849F-2DD8-49F2-A6BC-88BF8BEFC063}" type="slidenum">
              <a:rPr lang="tr-TR" sz="1200" b="0" u="none" strike="noStrike">
                <a:solidFill>
                  <a:srgbClr val="000000"/>
                </a:solidFill>
                <a:effectLst/>
                <a:uFillTx/>
                <a:latin typeface="Times New Roman"/>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PlaceHolder 1"/>
          <p:cNvSpPr>
            <a:spLocks noGrp="1" noRot="1" noChangeAspect="1"/>
          </p:cNvSpPr>
          <p:nvPr>
            <p:ph type="sldImg"/>
          </p:nvPr>
        </p:nvSpPr>
        <p:spPr>
          <a:xfrm>
            <a:off x="685800" y="1143000"/>
            <a:ext cx="5486040" cy="3085920"/>
          </a:xfrm>
          <a:prstGeom prst="rect">
            <a:avLst/>
          </a:prstGeom>
          <a:ln w="0">
            <a:noFill/>
          </a:ln>
        </p:spPr>
      </p:sp>
      <p:sp>
        <p:nvSpPr>
          <p:cNvPr id="6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79"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109779E8-DE31-4D38-9ADE-51138F222BF0}" type="slidenum">
              <a:rPr lang="tr-TR" sz="1200" b="0" u="none" strike="noStrike">
                <a:solidFill>
                  <a:srgbClr val="000000"/>
                </a:solidFill>
                <a:effectLst/>
                <a:uFillTx/>
                <a:latin typeface="Times New Roman"/>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PlaceHolder 1"/>
          <p:cNvSpPr>
            <a:spLocks noGrp="1" noRot="1" noChangeAspect="1"/>
          </p:cNvSpPr>
          <p:nvPr>
            <p:ph type="sldImg"/>
          </p:nvPr>
        </p:nvSpPr>
        <p:spPr>
          <a:xfrm>
            <a:off x="685800" y="1143000"/>
            <a:ext cx="5486400" cy="3086100"/>
          </a:xfrm>
          <a:prstGeom prst="rect">
            <a:avLst/>
          </a:prstGeom>
          <a:ln w="0">
            <a:noFill/>
          </a:ln>
        </p:spPr>
      </p:sp>
      <p:sp>
        <p:nvSpPr>
          <p:cNvPr id="6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682"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73522424-4190-4071-9388-5C83FA588F14}" type="slidenum">
              <a:rPr lang="tr-TR" sz="1200" b="0" u="none" strike="noStrike">
                <a:solidFill>
                  <a:srgbClr val="000000"/>
                </a:solidFill>
                <a:effectLst/>
                <a:uFillTx/>
                <a:latin typeface="Times New Roman"/>
              </a:rPr>
              <a:t>34</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slideMaster" Target="../slideMasters/slideMaster3.xml"/><Relationship Id="rId4" Type="http://schemas.openxmlformats.org/officeDocument/2006/relationships/image" Target="../media/image9.wmf"/></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wmf"/><Relationship Id="rId1" Type="http://schemas.openxmlformats.org/officeDocument/2006/relationships/slideMaster" Target="../slideMasters/slideMaster3.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wmf"/><Relationship Id="rId1" Type="http://schemas.openxmlformats.org/officeDocument/2006/relationships/slideMaster" Target="../slideMasters/slideMaster3.xml"/><Relationship Id="rId5" Type="http://schemas.openxmlformats.org/officeDocument/2006/relationships/image" Target="../media/image15.svg"/><Relationship Id="rId4" Type="http://schemas.openxmlformats.org/officeDocument/2006/relationships/image" Target="../media/image13.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wmf"/><Relationship Id="rId1" Type="http://schemas.openxmlformats.org/officeDocument/2006/relationships/slideMaster" Target="../slideMasters/slideMaster3.xml"/><Relationship Id="rId4" Type="http://schemas.openxmlformats.org/officeDocument/2006/relationships/image" Target="../media/image15.sv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ölüm Ayracı">
    <p:bg>
      <p:bgPr>
        <a:solidFill>
          <a:srgbClr val="FFFFFF"/>
        </a:solidFill>
        <a:effectLst/>
      </p:bgPr>
    </p:bg>
    <p:spTree>
      <p:nvGrpSpPr>
        <p:cNvPr id="1" name=""/>
        <p:cNvGrpSpPr/>
        <p:nvPr/>
      </p:nvGrpSpPr>
      <p:grpSpPr>
        <a:xfrm>
          <a:off x="0" y="0"/>
          <a:ext cx="0" cy="0"/>
          <a:chOff x="0" y="0"/>
          <a:chExt cx="0" cy="0"/>
        </a:xfrm>
      </p:grpSpPr>
      <p:sp>
        <p:nvSpPr>
          <p:cNvPr id="2" name="Rectangle 17"/>
          <p:cNvSpPr/>
          <p:nvPr/>
        </p:nvSpPr>
        <p:spPr>
          <a:xfrm>
            <a:off x="0" y="-19080"/>
            <a:ext cx="12207240" cy="6987240"/>
          </a:xfrm>
          <a:prstGeom prst="rect">
            <a:avLst/>
          </a:prstGeom>
          <a:gradFill rotWithShape="0">
            <a:gsLst>
              <a:gs pos="0">
                <a:srgbClr val="8E1438"/>
              </a:gs>
              <a:gs pos="100000">
                <a:srgbClr val="AD1844">
                  <a:alpha val="79000"/>
                </a:srgbClr>
              </a:gs>
            </a:gsLst>
            <a:lin ang="135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pic>
        <p:nvPicPr>
          <p:cNvPr id="3" name="Resim 9"/>
          <p:cNvPicPr/>
          <p:nvPr/>
        </p:nvPicPr>
        <p:blipFill>
          <a:blip r:embed="rId2"/>
          <a:stretch/>
        </p:blipFill>
        <p:spPr>
          <a:xfrm>
            <a:off x="274680" y="216360"/>
            <a:ext cx="1744200" cy="626040"/>
          </a:xfrm>
          <a:prstGeom prst="rect">
            <a:avLst/>
          </a:prstGeom>
          <a:noFill/>
          <a:ln w="0">
            <a:noFill/>
          </a:ln>
        </p:spPr>
      </p:pic>
      <p:sp>
        <p:nvSpPr>
          <p:cNvPr id="4" name="Aynı Kenardaki Köşeleri Yuvarlatılmış Dikdörtgen 7"/>
          <p:cNvSpPr/>
          <p:nvPr/>
        </p:nvSpPr>
        <p:spPr>
          <a:xfrm rot="16200000">
            <a:off x="11439000" y="-52200"/>
            <a:ext cx="421560" cy="1082880"/>
          </a:xfrm>
          <a:prstGeom prst="round2SameRect">
            <a:avLst>
              <a:gd name="adj1" fmla="val 16667"/>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pic>
        <p:nvPicPr>
          <p:cNvPr id="5" name="Resim Yer Tutucusu 7"/>
          <p:cNvPicPr/>
          <p:nvPr/>
        </p:nvPicPr>
        <p:blipFill>
          <a:blip r:embed="rId3"/>
          <a:srcRect t="11840" b="11840"/>
          <a:stretch/>
        </p:blipFill>
        <p:spPr>
          <a:xfrm>
            <a:off x="0" y="-19080"/>
            <a:ext cx="12207240" cy="6987240"/>
          </a:xfrm>
          <a:prstGeom prst="rect">
            <a:avLst/>
          </a:prstGeom>
          <a:noFill/>
          <a:ln w="0">
            <a:noFill/>
          </a:ln>
        </p:spPr>
      </p:pic>
      <p:sp>
        <p:nvSpPr>
          <p:cNvPr id="6" name="PlaceHolder 1"/>
          <p:cNvSpPr>
            <a:spLocks noGrp="1"/>
          </p:cNvSpPr>
          <p:nvPr>
            <p:ph type="body"/>
          </p:nvPr>
        </p:nvSpPr>
        <p:spPr>
          <a:xfrm>
            <a:off x="0" y="-19080"/>
            <a:ext cx="12207240" cy="6987240"/>
          </a:xfrm>
          <a:prstGeom prst="rect">
            <a:avLst/>
          </a:prstGeom>
          <a:gradFill rotWithShape="0">
            <a:gsLst>
              <a:gs pos="0">
                <a:srgbClr val="8E1438"/>
              </a:gs>
              <a:gs pos="100000">
                <a:srgbClr val="AD1844">
                  <a:alpha val="79000"/>
                </a:srgbClr>
              </a:gs>
            </a:gsLst>
            <a:lin ang="13500000"/>
          </a:gradFill>
          <a:ln w="0">
            <a:noFill/>
          </a:ln>
        </p:spPr>
        <p:txBody>
          <a:bodyPr lIns="90000" tIns="45000" rIns="90000" bIns="45000" anchor="t">
            <a:noAutofit/>
          </a:bodyPr>
          <a:lstStyle/>
          <a:p>
            <a:pPr indent="0" algn="l" defTabSz="914400">
              <a:lnSpc>
                <a:spcPct val="90000"/>
              </a:lnSpc>
              <a:spcBef>
                <a:spcPts val="1001"/>
              </a:spcBef>
              <a:buNone/>
              <a:tabLst>
                <a:tab pos="0" algn="l"/>
              </a:tabLst>
            </a:pPr>
            <a:endParaRPr lang="tr-TR" sz="2800" b="0" u="none" strike="noStrike">
              <a:solidFill>
                <a:schemeClr val="dk1">
                  <a:alpha val="0"/>
                </a:schemeClr>
              </a:solidFill>
              <a:effectLst/>
              <a:uFillTx/>
              <a:latin typeface="Calibri"/>
            </a:endParaRPr>
          </a:p>
        </p:txBody>
      </p:sp>
      <p:sp>
        <p:nvSpPr>
          <p:cNvPr id="7" name="PlaceHolder 2"/>
          <p:cNvSpPr>
            <a:spLocks noGrp="1"/>
          </p:cNvSpPr>
          <p:nvPr>
            <p:ph type="body"/>
          </p:nvPr>
        </p:nvSpPr>
        <p:spPr>
          <a:xfrm>
            <a:off x="281160" y="200520"/>
            <a:ext cx="1746720" cy="632160"/>
          </a:xfrm>
          <a:prstGeom prst="rect">
            <a:avLst/>
          </a:prstGeom>
          <a:blipFill rotWithShape="0">
            <a:blip r:embed="rId2"/>
            <a:stretch/>
          </a:blipFill>
          <a:ln w="0">
            <a:noFill/>
          </a:ln>
        </p:spPr>
        <p:txBody>
          <a:bodyPr lIns="90000" tIns="45000" rIns="90000" bIns="45000" anchor="t">
            <a:noAutofit/>
          </a:bodyPr>
          <a:lstStyle>
            <a:lvl1pPr algn="l" defTabSz="914400">
              <a:lnSpc>
                <a:spcPct val="90000"/>
              </a:lnSpc>
              <a:spcBef>
                <a:spcPts val="1001"/>
              </a:spcBef>
              <a:buClr>
                <a:srgbClr val="000000"/>
              </a:buClr>
              <a:buSzPct val="45000"/>
              <a:buFont typeface="Wingdings" charset="2"/>
              <a:buChar char=""/>
              <a:tabLst>
                <a:tab pos="0" algn="l"/>
              </a:tabLst>
              <a:defRPr lang="en-US" sz="2800" b="1" u="none" strike="noStrike">
                <a:solidFill>
                  <a:schemeClr val="lt1"/>
                </a:solidFill>
                <a:effectLst/>
                <a:uFillTx/>
                <a:latin typeface="Gotham Black"/>
              </a:defRPr>
            </a:lvl1pPr>
            <a:lvl2pPr lvl="1" algn="l" defTabSz="914400">
              <a:lnSpc>
                <a:spcPct val="90000"/>
              </a:lnSpc>
              <a:spcBef>
                <a:spcPts val="1134"/>
              </a:spcBef>
              <a:buClr>
                <a:srgbClr val="000000"/>
              </a:buClr>
              <a:buSzPct val="75000"/>
              <a:buFont typeface="Symbol" charset="2"/>
              <a:buChar char=""/>
              <a:tabLst>
                <a:tab pos="0" algn="l"/>
              </a:tabLst>
              <a:defRPr lang="en-US" sz="2800" b="0" u="none" strike="noStrike">
                <a:solidFill>
                  <a:schemeClr val="dk1"/>
                </a:solidFill>
                <a:effectLst/>
                <a:uFillTx/>
                <a:latin typeface="Calibri"/>
              </a:defRPr>
            </a:lvl2pPr>
            <a:lvl3pPr lvl="2" algn="l" defTabSz="914400">
              <a:lnSpc>
                <a:spcPct val="90000"/>
              </a:lnSpc>
              <a:spcBef>
                <a:spcPts val="850"/>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3pPr>
            <a:lvl4pPr lvl="3" algn="l" defTabSz="914400">
              <a:lnSpc>
                <a:spcPct val="90000"/>
              </a:lnSpc>
              <a:spcBef>
                <a:spcPts val="567"/>
              </a:spcBef>
              <a:buClr>
                <a:srgbClr val="000000"/>
              </a:buClr>
              <a:buSzPct val="75000"/>
              <a:buFont typeface="Symbol" charset="2"/>
              <a:buChar char=""/>
              <a:tabLst>
                <a:tab pos="0" algn="l"/>
              </a:tabLst>
              <a:defRPr lang="en-US" sz="2800" b="0" u="none" strike="noStrike">
                <a:solidFill>
                  <a:schemeClr val="dk1"/>
                </a:solidFill>
                <a:effectLst/>
                <a:uFillTx/>
                <a:latin typeface="Calibri"/>
              </a:defRPr>
            </a:lvl4pPr>
            <a:lvl5pPr lvl="4"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SzPct val="45000"/>
              <a:buFont typeface="Wingdings" charset="2"/>
              <a:buChar char=""/>
              <a:tabLst>
                <a:tab pos="0" algn="l"/>
              </a:tabLst>
            </a:pPr>
            <a:r>
              <a:rPr lang="en-US" sz="2800" b="1" u="none" strike="noStrike">
                <a:solidFill>
                  <a:schemeClr val="lt1"/>
                </a:solidFill>
                <a:effectLst/>
                <a:uFillTx/>
                <a:latin typeface="Gotham Black"/>
              </a:rPr>
              <a:t>Click to edit the outline text format</a:t>
            </a:r>
          </a:p>
          <a:p>
            <a:pPr marL="685800" lvl="1" indent="-228600" algn="l" defTabSz="914400">
              <a:lnSpc>
                <a:spcPct val="90000"/>
              </a:lnSpc>
              <a:spcBef>
                <a:spcPts val="1134"/>
              </a:spcBef>
              <a:buClr>
                <a:srgbClr val="000000"/>
              </a:buClr>
              <a:buSzPct val="75000"/>
              <a:buFont typeface="Symbol" charset="2"/>
              <a:buChar char=""/>
              <a:tabLst>
                <a:tab pos="0" algn="l"/>
              </a:tabLst>
            </a:pPr>
            <a:r>
              <a:rPr lang="en-US" sz="2800" b="0" u="none" strike="noStrike">
                <a:solidFill>
                  <a:schemeClr val="dk1"/>
                </a:solidFill>
                <a:effectLst/>
                <a:uFillTx/>
                <a:latin typeface="Calibri"/>
              </a:rPr>
              <a:t>Second Outline Level</a:t>
            </a:r>
          </a:p>
          <a:p>
            <a:pPr marL="1143000" lvl="2" indent="-228600" algn="l" defTabSz="914400">
              <a:lnSpc>
                <a:spcPct val="90000"/>
              </a:lnSpc>
              <a:spcBef>
                <a:spcPts val="850"/>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Third Outline Level</a:t>
            </a:r>
          </a:p>
          <a:p>
            <a:pPr marL="1600200" lvl="3" indent="-228600" algn="l" defTabSz="914400">
              <a:lnSpc>
                <a:spcPct val="90000"/>
              </a:lnSpc>
              <a:spcBef>
                <a:spcPts val="567"/>
              </a:spcBef>
              <a:buClr>
                <a:srgbClr val="000000"/>
              </a:buClr>
              <a:buSzPct val="75000"/>
              <a:buFont typeface="Symbol" charset="2"/>
              <a:buChar char=""/>
              <a:tabLst>
                <a:tab pos="0" algn="l"/>
              </a:tabLst>
            </a:pPr>
            <a:r>
              <a:rPr lang="en-US" sz="2800" b="0" u="none" strike="noStrike">
                <a:solidFill>
                  <a:schemeClr val="dk1"/>
                </a:solidFill>
                <a:effectLst/>
                <a:uFillTx/>
                <a:latin typeface="Calibri"/>
              </a:rPr>
              <a:t>Fourth Outline Level</a:t>
            </a:r>
          </a:p>
          <a:p>
            <a:pPr marL="2057400" lvl="4"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Fifth Outline Level</a:t>
            </a:r>
          </a:p>
          <a:p>
            <a:pPr marL="2514600" lvl="5"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Sixth Outline Level</a:t>
            </a:r>
          </a:p>
          <a:p>
            <a:pPr marL="2971800" lvl="6"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Seventh Outline Level</a:t>
            </a:r>
          </a:p>
        </p:txBody>
      </p:sp>
      <p:sp>
        <p:nvSpPr>
          <p:cNvPr id="8" name="PlaceHolder 3"/>
          <p:cNvSpPr>
            <a:spLocks noGrp="1"/>
          </p:cNvSpPr>
          <p:nvPr>
            <p:ph type="body" hasCustomPrompt="1"/>
          </p:nvPr>
        </p:nvSpPr>
        <p:spPr>
          <a:xfrm>
            <a:off x="281160" y="2360880"/>
            <a:ext cx="4408920" cy="37206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tr-TR" sz="8000" b="1" u="none" strike="noStrike">
                <a:solidFill>
                  <a:schemeClr val="lt1"/>
                </a:solidFill>
                <a:effectLst/>
                <a:uFillTx/>
                <a:latin typeface="Gotham Black"/>
              </a:defRPr>
            </a:lvl1pPr>
          </a:lstStyle>
          <a:p>
            <a:pPr indent="0" algn="l" defTabSz="914400">
              <a:lnSpc>
                <a:spcPct val="90000"/>
              </a:lnSpc>
              <a:spcBef>
                <a:spcPts val="1001"/>
              </a:spcBef>
              <a:buNone/>
              <a:tabLst>
                <a:tab pos="0" algn="l"/>
              </a:tabLst>
            </a:pPr>
            <a:r>
              <a:rPr lang="tr-TR" sz="8000" b="1" u="none" strike="noStrike">
                <a:solidFill>
                  <a:schemeClr val="lt1"/>
                </a:solidFill>
                <a:effectLst/>
                <a:uFillTx/>
                <a:latin typeface="Gotham Black"/>
              </a:rPr>
              <a:t>GEÇİŞ SLAYTI</a:t>
            </a:r>
            <a:endParaRPr lang="en-US" sz="8000" b="1" u="none" strike="noStrike">
              <a:solidFill>
                <a:schemeClr val="lt1"/>
              </a:solidFill>
              <a:effectLst/>
              <a:uFillTx/>
              <a:latin typeface="Gotham Black"/>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Slogan">
    <p:bg>
      <p:bgPr>
        <a:solidFill>
          <a:srgbClr val="FFFFFF"/>
        </a:solidFill>
        <a:effectLst/>
      </p:bgPr>
    </p:bg>
    <p:spTree>
      <p:nvGrpSpPr>
        <p:cNvPr id="1" name=""/>
        <p:cNvGrpSpPr/>
        <p:nvPr/>
      </p:nvGrpSpPr>
      <p:grpSpPr>
        <a:xfrm>
          <a:off x="0" y="0"/>
          <a:ext cx="0" cy="0"/>
          <a:chOff x="0" y="0"/>
          <a:chExt cx="0" cy="0"/>
        </a:xfrm>
      </p:grpSpPr>
      <p:sp>
        <p:nvSpPr>
          <p:cNvPr id="9" name="Rectangle 17"/>
          <p:cNvSpPr/>
          <p:nvPr/>
        </p:nvSpPr>
        <p:spPr>
          <a:xfrm>
            <a:off x="0" y="-19080"/>
            <a:ext cx="12207240" cy="6987240"/>
          </a:xfrm>
          <a:prstGeom prst="rect">
            <a:avLst/>
          </a:prstGeom>
          <a:gradFill rotWithShape="0">
            <a:gsLst>
              <a:gs pos="0">
                <a:srgbClr val="8E1438"/>
              </a:gs>
              <a:gs pos="100000">
                <a:srgbClr val="AD1844">
                  <a:alpha val="79000"/>
                </a:srgbClr>
              </a:gs>
            </a:gsLst>
            <a:lin ang="135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pic>
        <p:nvPicPr>
          <p:cNvPr id="10" name="Resim 9"/>
          <p:cNvPicPr/>
          <p:nvPr/>
        </p:nvPicPr>
        <p:blipFill>
          <a:blip r:embed="rId2"/>
          <a:stretch/>
        </p:blipFill>
        <p:spPr>
          <a:xfrm>
            <a:off x="274680" y="216360"/>
            <a:ext cx="1744200" cy="626040"/>
          </a:xfrm>
          <a:prstGeom prst="rect">
            <a:avLst/>
          </a:prstGeom>
          <a:noFill/>
          <a:ln w="0">
            <a:noFill/>
          </a:ln>
        </p:spPr>
      </p:pic>
      <p:sp>
        <p:nvSpPr>
          <p:cNvPr id="11" name="Aynı Kenardaki Köşeleri Yuvarlatılmış Dikdörtgen 7"/>
          <p:cNvSpPr/>
          <p:nvPr/>
        </p:nvSpPr>
        <p:spPr>
          <a:xfrm rot="16200000">
            <a:off x="11439000" y="-52200"/>
            <a:ext cx="421560" cy="1082880"/>
          </a:xfrm>
          <a:prstGeom prst="round2SameRect">
            <a:avLst>
              <a:gd name="adj1" fmla="val 16667"/>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2" name="PlaceHolder 1"/>
          <p:cNvSpPr>
            <a:spLocks noGrp="1"/>
          </p:cNvSpPr>
          <p:nvPr>
            <p:ph type="sldNum" idx="1"/>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rgbClr val="8E1438"/>
                </a:solidFill>
                <a:effectLst/>
                <a:uFillTx/>
                <a:latin typeface="Gotham"/>
              </a:defRPr>
            </a:lvl1pPr>
          </a:lstStyle>
          <a:p>
            <a:pPr indent="0" algn="ctr" defTabSz="914400">
              <a:lnSpc>
                <a:spcPct val="100000"/>
              </a:lnSpc>
              <a:buNone/>
            </a:pPr>
            <a:fld id="{98E13443-8280-4043-AE2F-150598A1715E}" type="slidenum">
              <a:rPr lang="tr-TR" sz="1200" b="0" u="none" strike="noStrike">
                <a:solidFill>
                  <a:srgbClr val="8E1438"/>
                </a:solidFill>
                <a:effectLst/>
                <a:uFillTx/>
                <a:latin typeface="Gotham"/>
              </a:rPr>
              <a:t>‹#›</a:t>
            </a:fld>
            <a:endParaRPr lang="en-US" sz="1200" b="0" u="none" strike="noStrike">
              <a:solidFill>
                <a:srgbClr val="000000"/>
              </a:solidFill>
              <a:effectLst/>
              <a:uFillTx/>
              <a:latin typeface="Times New Roman"/>
            </a:endParaRPr>
          </a:p>
        </p:txBody>
      </p:sp>
      <p:pic>
        <p:nvPicPr>
          <p:cNvPr id="13" name="Resim 3"/>
          <p:cNvPicPr/>
          <p:nvPr/>
        </p:nvPicPr>
        <p:blipFill>
          <a:blip r:embed="rId3"/>
          <a:stretch/>
        </p:blipFill>
        <p:spPr>
          <a:xfrm>
            <a:off x="2602440" y="2014920"/>
            <a:ext cx="6986880" cy="2524680"/>
          </a:xfrm>
          <a:prstGeom prst="rect">
            <a:avLst/>
          </a:prstGeom>
          <a:noFill/>
          <a:ln w="0">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Vurgulu Slayt">
    <p:bg>
      <p:bgPr>
        <a:solidFill>
          <a:srgbClr val="FFFFFF"/>
        </a:solidFill>
        <a:effectLst/>
      </p:bgPr>
    </p:bg>
    <p:spTree>
      <p:nvGrpSpPr>
        <p:cNvPr id="1" name=""/>
        <p:cNvGrpSpPr/>
        <p:nvPr/>
      </p:nvGrpSpPr>
      <p:grpSpPr>
        <a:xfrm>
          <a:off x="0" y="0"/>
          <a:ext cx="0" cy="0"/>
          <a:chOff x="0" y="0"/>
          <a:chExt cx="0" cy="0"/>
        </a:xfrm>
      </p:grpSpPr>
      <p:sp>
        <p:nvSpPr>
          <p:cNvPr id="14" name="Rectangle 17"/>
          <p:cNvSpPr/>
          <p:nvPr/>
        </p:nvSpPr>
        <p:spPr>
          <a:xfrm>
            <a:off x="0" y="-19080"/>
            <a:ext cx="12207240" cy="6987240"/>
          </a:xfrm>
          <a:prstGeom prst="rect">
            <a:avLst/>
          </a:prstGeom>
          <a:gradFill rotWithShape="0">
            <a:gsLst>
              <a:gs pos="0">
                <a:srgbClr val="8E1438"/>
              </a:gs>
              <a:gs pos="100000">
                <a:srgbClr val="AD1844">
                  <a:alpha val="79000"/>
                </a:srgbClr>
              </a:gs>
            </a:gsLst>
            <a:lin ang="135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pic>
        <p:nvPicPr>
          <p:cNvPr id="15" name="Resim 9"/>
          <p:cNvPicPr/>
          <p:nvPr/>
        </p:nvPicPr>
        <p:blipFill>
          <a:blip r:embed="rId2"/>
          <a:stretch/>
        </p:blipFill>
        <p:spPr>
          <a:xfrm>
            <a:off x="274680" y="216360"/>
            <a:ext cx="1744200" cy="626040"/>
          </a:xfrm>
          <a:prstGeom prst="rect">
            <a:avLst/>
          </a:prstGeom>
          <a:noFill/>
          <a:ln w="0">
            <a:noFill/>
          </a:ln>
        </p:spPr>
      </p:pic>
      <p:sp>
        <p:nvSpPr>
          <p:cNvPr id="16" name="Aynı Kenardaki Köşeleri Yuvarlatılmış Dikdörtgen 7"/>
          <p:cNvSpPr/>
          <p:nvPr/>
        </p:nvSpPr>
        <p:spPr>
          <a:xfrm rot="16200000">
            <a:off x="11439000" y="-52200"/>
            <a:ext cx="421560" cy="1082880"/>
          </a:xfrm>
          <a:prstGeom prst="round2SameRect">
            <a:avLst>
              <a:gd name="adj1" fmla="val 16667"/>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7" name="PlaceHolder 1"/>
          <p:cNvSpPr>
            <a:spLocks noGrp="1"/>
          </p:cNvSpPr>
          <p:nvPr>
            <p:ph type="sldNum" idx="2"/>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rgbClr val="8E1438"/>
                </a:solidFill>
                <a:effectLst/>
                <a:uFillTx/>
                <a:latin typeface="Gotham"/>
              </a:defRPr>
            </a:lvl1pPr>
          </a:lstStyle>
          <a:p>
            <a:pPr indent="0" algn="ctr" defTabSz="914400">
              <a:lnSpc>
                <a:spcPct val="100000"/>
              </a:lnSpc>
              <a:buNone/>
            </a:pPr>
            <a:fld id="{EC20227F-F263-4A48-A918-DC2B2BEE6A12}" type="slidenum">
              <a:rPr lang="tr-TR" sz="1200" b="0" u="none" strike="noStrike">
                <a:solidFill>
                  <a:srgbClr val="8E1438"/>
                </a:solidFill>
                <a:effectLst/>
                <a:uFillTx/>
                <a:latin typeface="Gotham"/>
              </a:rPr>
              <a:t>‹#›</a:t>
            </a:fld>
            <a:endParaRPr lang="en-US" sz="1200" b="0" u="none" strike="noStrike">
              <a:solidFill>
                <a:srgbClr val="000000"/>
              </a:solidFill>
              <a:effectLst/>
              <a:uFillTx/>
              <a:latin typeface="Times New Roman"/>
            </a:endParaRPr>
          </a:p>
        </p:txBody>
      </p:sp>
      <p:sp>
        <p:nvSpPr>
          <p:cNvPr id="18" name="PlaceHolder 2"/>
          <p:cNvSpPr>
            <a:spLocks noGrp="1"/>
          </p:cNvSpPr>
          <p:nvPr>
            <p:ph type="body" hasCustomPrompt="1"/>
          </p:nvPr>
        </p:nvSpPr>
        <p:spPr>
          <a:xfrm>
            <a:off x="2305800" y="183960"/>
            <a:ext cx="7566480" cy="713880"/>
          </a:xfrm>
          <a:prstGeom prst="rect">
            <a:avLst/>
          </a:prstGeom>
          <a:noFill/>
          <a:ln w="0">
            <a:noFill/>
          </a:ln>
        </p:spPr>
        <p:txBody>
          <a:bodyPr lIns="90000" tIns="45000" rIns="90000" bIns="45000" anchor="ctr">
            <a:noAutofit/>
          </a:bodyPr>
          <a:lstStyle>
            <a:lvl1pPr indent="0" algn="ctr" defTabSz="914400">
              <a:lnSpc>
                <a:spcPct val="90000"/>
              </a:lnSpc>
              <a:spcBef>
                <a:spcPts val="1001"/>
              </a:spcBef>
              <a:buNone/>
              <a:tabLst>
                <a:tab pos="0" algn="l"/>
              </a:tabLst>
              <a:defRPr lang="tr-TR" sz="3000" b="0" u="none" strike="noStrike">
                <a:solidFill>
                  <a:schemeClr val="lt1"/>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chemeClr val="lt1"/>
                </a:solidFill>
                <a:effectLst/>
                <a:uFillTx/>
                <a:latin typeface="Gotham Medium"/>
              </a:rPr>
              <a:t>Başlık</a:t>
            </a:r>
          </a:p>
        </p:txBody>
      </p:sp>
      <p:sp>
        <p:nvSpPr>
          <p:cNvPr id="19" name="PlaceHolder 3"/>
          <p:cNvSpPr>
            <a:spLocks noGrp="1"/>
          </p:cNvSpPr>
          <p:nvPr>
            <p:ph type="body" hasCustomPrompt="1"/>
          </p:nvPr>
        </p:nvSpPr>
        <p:spPr>
          <a:xfrm>
            <a:off x="304920" y="2346120"/>
            <a:ext cx="11497320" cy="3670200"/>
          </a:xfrm>
          <a:prstGeom prst="rect">
            <a:avLst/>
          </a:prstGeom>
          <a:noFill/>
          <a:ln w="0">
            <a:noFill/>
          </a:ln>
        </p:spPr>
        <p:txBody>
          <a:bodyPr lIns="90000" tIns="45000" rIns="90000" bIns="45000" anchor="t">
            <a:noAutofit/>
          </a:bodyPr>
          <a:lstStyle>
            <a:lvl1pPr indent="0" algn="just" defTabSz="914400">
              <a:lnSpc>
                <a:spcPct val="150000"/>
              </a:lnSpc>
              <a:spcBef>
                <a:spcPts val="1001"/>
              </a:spcBef>
              <a:buNone/>
              <a:tabLst>
                <a:tab pos="0" algn="l"/>
              </a:tabLst>
              <a:defRPr lang="tr-TR" sz="2000" b="0" u="none" strike="noStrike">
                <a:solidFill>
                  <a:schemeClr val="lt1"/>
                </a:solidFill>
                <a:effectLst/>
                <a:uFillTx/>
                <a:latin typeface="Gotham"/>
              </a:defRPr>
            </a:lvl1pPr>
            <a:lvl2pPr indent="0" algn="just" defTabSz="914400">
              <a:lnSpc>
                <a:spcPct val="150000"/>
              </a:lnSpc>
              <a:spcBef>
                <a:spcPts val="1001"/>
              </a:spcBef>
              <a:buNone/>
              <a:tabLst>
                <a:tab pos="0" algn="l"/>
              </a:tabLst>
              <a:defRPr lang="tr-TR" sz="2000" b="0" u="none" strike="noStrike">
                <a:solidFill>
                  <a:schemeClr val="lt1"/>
                </a:solidFill>
                <a:effectLst/>
                <a:uFillTx/>
                <a:latin typeface="Gotham"/>
              </a:defRPr>
            </a:lvl2pPr>
          </a:lstStyle>
          <a:p>
            <a:pPr indent="0" algn="just" defTabSz="914400">
              <a:lnSpc>
                <a:spcPct val="150000"/>
              </a:lnSpc>
              <a:spcBef>
                <a:spcPts val="1001"/>
              </a:spcBef>
              <a:buNone/>
              <a:tabLst>
                <a:tab pos="0" algn="l"/>
              </a:tabLst>
            </a:pPr>
            <a:r>
              <a:rPr lang="tr-TR" sz="2000" b="0" u="none" strike="noStrike">
                <a:solidFill>
                  <a:schemeClr val="lt1"/>
                </a:solidFill>
                <a:effectLst/>
                <a:uFillTx/>
                <a:latin typeface="Gotham"/>
              </a:rPr>
              <a:t>Lorem ipsum dolor sit amet, consectetur adipiscing elit. Pellentesque tincidunt sit amet nisl vel placerat. Nam mauris eros, tristique sed enim ut, vehicula fermentum lorem. In commodo suscipit iaculis. Mauris vehicula laoreet tellus, ac efficitur risus molestie in. Proin tincidunt facilisis aliquam. Suspendisse sed consectetur sapien. Donec pellentesque augue quis velit porttitor varius nec a mauris. Sed turpis magna, lacinia non euismod et, semper eget dui. Donec ut orci ut lectus dictum mattis eu eu odio.</a:t>
            </a:r>
            <a:endParaRPr lang="tr-TR" sz="2000" b="0" u="none" strike="noStrike">
              <a:solidFill>
                <a:schemeClr val="lt1"/>
              </a:solidFill>
              <a:effectLst/>
              <a:uFillTx/>
              <a:latin typeface="Gotham Medium"/>
            </a:endParaRPr>
          </a:p>
          <a:p>
            <a:pPr indent="0" algn="just" defTabSz="914400">
              <a:lnSpc>
                <a:spcPct val="150000"/>
              </a:lnSpc>
              <a:spcBef>
                <a:spcPts val="1001"/>
              </a:spcBef>
              <a:buNone/>
              <a:tabLst>
                <a:tab pos="0" algn="l"/>
              </a:tabLst>
            </a:pPr>
            <a:endParaRPr lang="tr-TR" sz="2000" b="0" u="none" strike="noStrike">
              <a:solidFill>
                <a:schemeClr val="lt1"/>
              </a:solidFill>
              <a:effectLst/>
              <a:uFillTx/>
              <a:latin typeface="Gotham Medium"/>
            </a:endParaRPr>
          </a:p>
        </p:txBody>
      </p:sp>
      <p:sp>
        <p:nvSpPr>
          <p:cNvPr id="20" name="PlaceHolder 4"/>
          <p:cNvSpPr>
            <a:spLocks noGrp="1"/>
          </p:cNvSpPr>
          <p:nvPr>
            <p:ph type="body" hasCustomPrompt="1"/>
          </p:nvPr>
        </p:nvSpPr>
        <p:spPr>
          <a:xfrm>
            <a:off x="304920" y="1515600"/>
            <a:ext cx="11497320" cy="544320"/>
          </a:xfrm>
          <a:prstGeom prst="rect">
            <a:avLst/>
          </a:prstGeom>
          <a:noFill/>
          <a:ln w="0">
            <a:noFill/>
          </a:ln>
        </p:spPr>
        <p:txBody>
          <a:bodyPr lIns="90000" tIns="45000" rIns="90000" bIns="45000" anchor="ctr">
            <a:noAutofit/>
          </a:bodyPr>
          <a:lstStyle>
            <a:lvl1pPr indent="0" algn="l" defTabSz="914400">
              <a:lnSpc>
                <a:spcPct val="90000"/>
              </a:lnSpc>
              <a:spcBef>
                <a:spcPts val="1001"/>
              </a:spcBef>
              <a:buNone/>
              <a:tabLst>
                <a:tab pos="0" algn="l"/>
              </a:tabLst>
              <a:defRPr lang="tr-TR" sz="2400" b="0" u="none" strike="noStrike">
                <a:solidFill>
                  <a:schemeClr val="lt1"/>
                </a:solidFill>
                <a:effectLst/>
                <a:uFillTx/>
                <a:latin typeface="Gotham Medium"/>
              </a:defRPr>
            </a:lvl1pPr>
          </a:lstStyle>
          <a:p>
            <a:pPr indent="0" algn="l" defTabSz="914400">
              <a:lnSpc>
                <a:spcPct val="90000"/>
              </a:lnSpc>
              <a:spcBef>
                <a:spcPts val="1001"/>
              </a:spcBef>
              <a:buNone/>
              <a:tabLst>
                <a:tab pos="0" algn="l"/>
              </a:tabLst>
            </a:pPr>
            <a:r>
              <a:rPr lang="tr-TR" sz="2400" b="0" u="none" strike="noStrike">
                <a:solidFill>
                  <a:schemeClr val="lt1"/>
                </a:solidFill>
                <a:effectLst/>
                <a:uFillTx/>
                <a:latin typeface="Gotham Medium"/>
              </a:rPr>
              <a:t>Alt Başlık</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Özel Düzen">
    <p:bg>
      <p:bgPr>
        <a:solidFill>
          <a:srgbClr val="FFFFFF"/>
        </a:solidFill>
        <a:effectLst/>
      </p:bgPr>
    </p:bg>
    <p:spTree>
      <p:nvGrpSpPr>
        <p:cNvPr id="1" name=""/>
        <p:cNvGrpSpPr/>
        <p:nvPr/>
      </p:nvGrpSpPr>
      <p:grpSpPr>
        <a:xfrm>
          <a:off x="0" y="0"/>
          <a:ext cx="0" cy="0"/>
          <a:chOff x="0" y="0"/>
          <a:chExt cx="0" cy="0"/>
        </a:xfrm>
      </p:grpSpPr>
      <p:pic>
        <p:nvPicPr>
          <p:cNvPr id="21" name="Resim 10"/>
          <p:cNvPicPr/>
          <p:nvPr/>
        </p:nvPicPr>
        <p:blipFill>
          <a:blip r:embed="rId2"/>
          <a:stretch/>
        </p:blipFill>
        <p:spPr>
          <a:xfrm>
            <a:off x="0" y="-3240"/>
            <a:ext cx="12191760" cy="6864120"/>
          </a:xfrm>
          <a:prstGeom prst="rect">
            <a:avLst/>
          </a:prstGeom>
          <a:noFill/>
          <a:ln w="0">
            <a:noFill/>
          </a:ln>
        </p:spPr>
      </p:pic>
      <p:sp>
        <p:nvSpPr>
          <p:cNvPr id="22" name="Yuvarlatılmış Dikdörtgen 11"/>
          <p:cNvSpPr/>
          <p:nvPr/>
        </p:nvSpPr>
        <p:spPr>
          <a:xfrm>
            <a:off x="3883680" y="7270920"/>
            <a:ext cx="4269240" cy="364680"/>
          </a:xfrm>
          <a:prstGeom prst="roundRect">
            <a:avLst>
              <a:gd name="adj" fmla="val 16667"/>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solidFill>
              <a:effectLst/>
              <a:uFillTx/>
              <a:latin typeface="Calibri"/>
            </a:endParaRPr>
          </a:p>
        </p:txBody>
      </p:sp>
      <p:sp>
        <p:nvSpPr>
          <p:cNvPr id="23" name="PlaceHolder 1"/>
          <p:cNvSpPr>
            <a:spLocks noGrp="1"/>
          </p:cNvSpPr>
          <p:nvPr>
            <p:ph type="title" hasCustomPrompt="1"/>
          </p:nvPr>
        </p:nvSpPr>
        <p:spPr>
          <a:xfrm>
            <a:off x="838080" y="1613880"/>
            <a:ext cx="10515240" cy="579960"/>
          </a:xfrm>
          <a:prstGeom prst="rect">
            <a:avLst/>
          </a:prstGeom>
          <a:noFill/>
          <a:ln w="0">
            <a:noFill/>
          </a:ln>
        </p:spPr>
        <p:txBody>
          <a:bodyPr lIns="90000" tIns="45000" rIns="90000" bIns="45000" anchor="t">
            <a:noAutofit/>
          </a:bodyPr>
          <a:lstStyle>
            <a:lvl1pPr indent="0" algn="ctr" defTabSz="914400">
              <a:lnSpc>
                <a:spcPct val="90000"/>
              </a:lnSpc>
              <a:buNone/>
              <a:defRPr lang="tr-TR" sz="3200" b="1" u="none" strike="noStrike">
                <a:solidFill>
                  <a:schemeClr val="lt1"/>
                </a:solidFill>
                <a:effectLst/>
                <a:uFillTx/>
                <a:latin typeface="Gotham"/>
              </a:defRPr>
            </a:lvl1pPr>
          </a:lstStyle>
          <a:p>
            <a:pPr indent="0" algn="ctr" defTabSz="914400">
              <a:lnSpc>
                <a:spcPct val="90000"/>
              </a:lnSpc>
              <a:buNone/>
            </a:pPr>
            <a:r>
              <a:rPr lang="tr-TR" sz="3200" b="1" u="none" strike="noStrike">
                <a:solidFill>
                  <a:schemeClr val="lt1"/>
                </a:solidFill>
                <a:effectLst/>
                <a:uFillTx/>
                <a:latin typeface="Gotham"/>
              </a:rPr>
              <a:t>Pazarlama ve Reklamcılık Bölümü</a:t>
            </a:r>
            <a:endParaRPr lang="en-US" sz="3200" b="1" u="none" strike="noStrike">
              <a:solidFill>
                <a:schemeClr val="lt1"/>
              </a:solidFill>
              <a:effectLst/>
              <a:uFillTx/>
              <a:latin typeface="Gotham"/>
            </a:endParaRPr>
          </a:p>
        </p:txBody>
      </p:sp>
      <p:sp>
        <p:nvSpPr>
          <p:cNvPr id="24" name="Yuvarlatılmış Dikdörtgen 12"/>
          <p:cNvSpPr/>
          <p:nvPr/>
        </p:nvSpPr>
        <p:spPr>
          <a:xfrm>
            <a:off x="8610480" y="7270920"/>
            <a:ext cx="2742840" cy="364680"/>
          </a:xfrm>
          <a:prstGeom prst="roundRect">
            <a:avLst>
              <a:gd name="adj" fmla="val 16667"/>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solidFill>
              <a:effectLst/>
              <a:uFillTx/>
              <a:latin typeface="Calibri"/>
            </a:endParaRPr>
          </a:p>
        </p:txBody>
      </p:sp>
      <p:sp>
        <p:nvSpPr>
          <p:cNvPr id="25" name="PlaceHolder 2"/>
          <p:cNvSpPr>
            <a:spLocks noGrp="1"/>
          </p:cNvSpPr>
          <p:nvPr>
            <p:ph type="body"/>
          </p:nvPr>
        </p:nvSpPr>
        <p:spPr>
          <a:xfrm>
            <a:off x="4771800" y="453960"/>
            <a:ext cx="2647800" cy="958320"/>
          </a:xfrm>
          <a:prstGeom prst="rect">
            <a:avLst/>
          </a:prstGeom>
          <a:blipFill rotWithShape="0">
            <a:blip r:embed="rId3"/>
            <a:stretch/>
          </a:blipFill>
          <a:ln w="0">
            <a:noFill/>
          </a:ln>
        </p:spPr>
        <p:txBody>
          <a:bodyPr lIns="90000" tIns="45000" rIns="90000" bIns="45000" anchor="t">
            <a:noAutofit/>
          </a:bodyPr>
          <a:lstStyle>
            <a:lvl1pPr algn="l" defTabSz="914400">
              <a:lnSpc>
                <a:spcPct val="90000"/>
              </a:lnSpc>
              <a:spcBef>
                <a:spcPts val="1001"/>
              </a:spcBef>
              <a:buClr>
                <a:srgbClr val="000000"/>
              </a:buClr>
              <a:buSzPct val="45000"/>
              <a:buFont typeface="Wingdings" charset="2"/>
              <a:buChar char=""/>
              <a:tabLst>
                <a:tab pos="0" algn="l"/>
              </a:tabLst>
              <a:defRPr lang="en-US" sz="2800" b="0" u="none" strike="noStrike">
                <a:solidFill>
                  <a:schemeClr val="lt1"/>
                </a:solidFill>
                <a:effectLst/>
                <a:uFillTx/>
                <a:latin typeface="Gotham"/>
              </a:defRPr>
            </a:lvl1pPr>
            <a:lvl2pPr lvl="1" algn="l" defTabSz="914400">
              <a:lnSpc>
                <a:spcPct val="90000"/>
              </a:lnSpc>
              <a:spcBef>
                <a:spcPts val="1134"/>
              </a:spcBef>
              <a:buClr>
                <a:srgbClr val="000000"/>
              </a:buClr>
              <a:buSzPct val="75000"/>
              <a:buFont typeface="Symbol" charset="2"/>
              <a:buChar char=""/>
              <a:tabLst>
                <a:tab pos="0" algn="l"/>
              </a:tabLst>
              <a:defRPr lang="en-US" sz="2800" b="0" u="none" strike="noStrike">
                <a:solidFill>
                  <a:schemeClr val="dk1"/>
                </a:solidFill>
                <a:effectLst/>
                <a:uFillTx/>
                <a:latin typeface="Calibri"/>
              </a:defRPr>
            </a:lvl2pPr>
            <a:lvl3pPr lvl="2" algn="l" defTabSz="914400">
              <a:lnSpc>
                <a:spcPct val="90000"/>
              </a:lnSpc>
              <a:spcBef>
                <a:spcPts val="850"/>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3pPr>
            <a:lvl4pPr lvl="3" algn="l" defTabSz="914400">
              <a:lnSpc>
                <a:spcPct val="90000"/>
              </a:lnSpc>
              <a:spcBef>
                <a:spcPts val="567"/>
              </a:spcBef>
              <a:buClr>
                <a:srgbClr val="000000"/>
              </a:buClr>
              <a:buSzPct val="75000"/>
              <a:buFont typeface="Symbol" charset="2"/>
              <a:buChar char=""/>
              <a:tabLst>
                <a:tab pos="0" algn="l"/>
              </a:tabLst>
              <a:defRPr lang="en-US" sz="2800" b="0" u="none" strike="noStrike">
                <a:solidFill>
                  <a:schemeClr val="dk1"/>
                </a:solidFill>
                <a:effectLst/>
                <a:uFillTx/>
                <a:latin typeface="Calibri"/>
              </a:defRPr>
            </a:lvl4pPr>
            <a:lvl5pPr lvl="4"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SzPct val="45000"/>
              <a:buFont typeface="Wingdings" charset="2"/>
              <a:buChar char=""/>
              <a:tabLst>
                <a:tab pos="0" algn="l"/>
              </a:tabLst>
            </a:pPr>
            <a:r>
              <a:rPr lang="en-US" sz="2800" b="0" u="none" strike="noStrike">
                <a:solidFill>
                  <a:schemeClr val="lt1"/>
                </a:solidFill>
                <a:effectLst/>
                <a:uFillTx/>
                <a:latin typeface="Gotham"/>
              </a:rPr>
              <a:t>Click to edit the outline text format</a:t>
            </a:r>
          </a:p>
          <a:p>
            <a:pPr marL="685800" lvl="1" indent="-228600" algn="l" defTabSz="914400">
              <a:lnSpc>
                <a:spcPct val="90000"/>
              </a:lnSpc>
              <a:spcBef>
                <a:spcPts val="1134"/>
              </a:spcBef>
              <a:buClr>
                <a:srgbClr val="000000"/>
              </a:buClr>
              <a:buSzPct val="75000"/>
              <a:buFont typeface="Symbol" charset="2"/>
              <a:buChar char=""/>
              <a:tabLst>
                <a:tab pos="0" algn="l"/>
              </a:tabLst>
            </a:pPr>
            <a:r>
              <a:rPr lang="en-US" sz="2800" b="0" u="none" strike="noStrike">
                <a:solidFill>
                  <a:schemeClr val="dk1"/>
                </a:solidFill>
                <a:effectLst/>
                <a:uFillTx/>
                <a:latin typeface="Calibri"/>
              </a:rPr>
              <a:t>Second Outline Level</a:t>
            </a:r>
          </a:p>
          <a:p>
            <a:pPr marL="1143000" lvl="2" indent="-228600" algn="l" defTabSz="914400">
              <a:lnSpc>
                <a:spcPct val="90000"/>
              </a:lnSpc>
              <a:spcBef>
                <a:spcPts val="850"/>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Third Outline Level</a:t>
            </a:r>
          </a:p>
          <a:p>
            <a:pPr marL="1600200" lvl="3" indent="-228600" algn="l" defTabSz="914400">
              <a:lnSpc>
                <a:spcPct val="90000"/>
              </a:lnSpc>
              <a:spcBef>
                <a:spcPts val="567"/>
              </a:spcBef>
              <a:buClr>
                <a:srgbClr val="000000"/>
              </a:buClr>
              <a:buSzPct val="75000"/>
              <a:buFont typeface="Symbol" charset="2"/>
              <a:buChar char=""/>
              <a:tabLst>
                <a:tab pos="0" algn="l"/>
              </a:tabLst>
            </a:pPr>
            <a:r>
              <a:rPr lang="en-US" sz="2800" b="0" u="none" strike="noStrike">
                <a:solidFill>
                  <a:schemeClr val="dk1"/>
                </a:solidFill>
                <a:effectLst/>
                <a:uFillTx/>
                <a:latin typeface="Calibri"/>
              </a:rPr>
              <a:t>Fourth Outline Level</a:t>
            </a:r>
          </a:p>
          <a:p>
            <a:pPr marL="2057400" lvl="4"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Fifth Outline Level</a:t>
            </a:r>
          </a:p>
          <a:p>
            <a:pPr marL="2514600" lvl="5"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Sixth Outline Level</a:t>
            </a:r>
          </a:p>
          <a:p>
            <a:pPr marL="2971800" lvl="6"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Seventh Outline Level</a:t>
            </a:r>
          </a:p>
        </p:txBody>
      </p:sp>
      <p:sp>
        <p:nvSpPr>
          <p:cNvPr id="26" name="Yuvarlatılmış Dikdörtgen 10"/>
          <p:cNvSpPr/>
          <p:nvPr/>
        </p:nvSpPr>
        <p:spPr>
          <a:xfrm>
            <a:off x="1665000" y="7270920"/>
            <a:ext cx="1048680" cy="364680"/>
          </a:xfrm>
          <a:prstGeom prst="roundRect">
            <a:avLst>
              <a:gd name="adj" fmla="val 16667"/>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solidFill>
              <a:effectLst/>
              <a:uFillTx/>
              <a:latin typeface="Calibri"/>
            </a:endParaRPr>
          </a:p>
        </p:txBody>
      </p:sp>
      <p:sp>
        <p:nvSpPr>
          <p:cNvPr id="27" name="PlaceHolder 3"/>
          <p:cNvSpPr>
            <a:spLocks noGrp="1"/>
          </p:cNvSpPr>
          <p:nvPr>
            <p:ph type="body" hasCustomPrompt="1"/>
          </p:nvPr>
        </p:nvSpPr>
        <p:spPr>
          <a:xfrm>
            <a:off x="1665360" y="7270920"/>
            <a:ext cx="1049040" cy="364680"/>
          </a:xfrm>
          <a:prstGeom prst="rect">
            <a:avLst/>
          </a:prstGeom>
          <a:noFill/>
          <a:ln w="0">
            <a:noFill/>
          </a:ln>
        </p:spPr>
        <p:txBody>
          <a:bodyPr lIns="90000" tIns="45000" rIns="90000" bIns="45000" anchor="ctr">
            <a:noAutofit/>
          </a:bodyPr>
          <a:lstStyle>
            <a:lvl1pPr indent="0" algn="ctr" defTabSz="914400">
              <a:lnSpc>
                <a:spcPct val="90000"/>
              </a:lnSpc>
              <a:spcBef>
                <a:spcPts val="1001"/>
              </a:spcBef>
              <a:buNone/>
              <a:tabLst>
                <a:tab pos="0" algn="l"/>
              </a:tabLst>
              <a:defRPr lang="tr-TR" sz="10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000" b="0" u="none" strike="noStrike">
                <a:solidFill>
                  <a:srgbClr val="706F6F"/>
                </a:solidFill>
                <a:effectLst/>
                <a:uFillTx/>
                <a:latin typeface="Gotham"/>
              </a:rPr>
              <a:t>5.11.2024</a:t>
            </a:r>
            <a:endParaRPr lang="en-US" sz="1000" b="0" u="none" strike="noStrike">
              <a:solidFill>
                <a:schemeClr val="lt1"/>
              </a:solidFill>
              <a:effectLst/>
              <a:uFillTx/>
              <a:latin typeface="Gotham"/>
            </a:endParaRPr>
          </a:p>
        </p:txBody>
      </p:sp>
      <p:sp>
        <p:nvSpPr>
          <p:cNvPr id="28" name="PlaceHolder 4"/>
          <p:cNvSpPr>
            <a:spLocks noGrp="1"/>
          </p:cNvSpPr>
          <p:nvPr>
            <p:ph type="body" hasCustomPrompt="1"/>
          </p:nvPr>
        </p:nvSpPr>
        <p:spPr>
          <a:xfrm>
            <a:off x="3883320" y="7270920"/>
            <a:ext cx="4269240" cy="364680"/>
          </a:xfrm>
          <a:prstGeom prst="rect">
            <a:avLst/>
          </a:prstGeom>
          <a:noFill/>
          <a:ln w="0">
            <a:noFill/>
          </a:ln>
        </p:spPr>
        <p:txBody>
          <a:bodyPr lIns="90000" tIns="45000" rIns="90000" bIns="45000" anchor="ctr">
            <a:noAutofit/>
          </a:bodyPr>
          <a:lstStyle>
            <a:lvl1pPr indent="0" algn="ctr" defTabSz="914400">
              <a:lnSpc>
                <a:spcPct val="90000"/>
              </a:lnSpc>
              <a:spcBef>
                <a:spcPts val="1001"/>
              </a:spcBef>
              <a:buNone/>
              <a:tabLst>
                <a:tab pos="0" algn="l"/>
              </a:tabLst>
              <a:defRPr lang="tr-TR" sz="10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000" b="0" u="none" strike="noStrike">
                <a:solidFill>
                  <a:srgbClr val="706F6F"/>
                </a:solidFill>
                <a:effectLst/>
                <a:uFillTx/>
                <a:latin typeface="Gotham"/>
              </a:rPr>
              <a:t>Doç. Dr. Doğuş YÜKSEL</a:t>
            </a:r>
            <a:endParaRPr lang="en-US" sz="1000" b="0" u="none" strike="noStrike">
              <a:solidFill>
                <a:schemeClr val="lt1"/>
              </a:solidFill>
              <a:effectLst/>
              <a:uFillTx/>
              <a:latin typeface="Gotham"/>
            </a:endParaRPr>
          </a:p>
        </p:txBody>
      </p:sp>
      <p:sp>
        <p:nvSpPr>
          <p:cNvPr id="29" name="PlaceHolder 5"/>
          <p:cNvSpPr>
            <a:spLocks noGrp="1"/>
          </p:cNvSpPr>
          <p:nvPr>
            <p:ph type="body" hasCustomPrompt="1"/>
          </p:nvPr>
        </p:nvSpPr>
        <p:spPr>
          <a:xfrm>
            <a:off x="8610480" y="7270920"/>
            <a:ext cx="2742840" cy="364680"/>
          </a:xfrm>
          <a:prstGeom prst="rect">
            <a:avLst/>
          </a:prstGeom>
          <a:noFill/>
          <a:ln w="0">
            <a:noFill/>
          </a:ln>
        </p:spPr>
        <p:txBody>
          <a:bodyPr lIns="90000" tIns="45000" rIns="90000" bIns="45000" anchor="ctr">
            <a:noAutofit/>
          </a:bodyPr>
          <a:lstStyle>
            <a:lvl1pPr indent="0" algn="ctr" defTabSz="914400">
              <a:lnSpc>
                <a:spcPct val="90000"/>
              </a:lnSpc>
              <a:spcBef>
                <a:spcPts val="1001"/>
              </a:spcBef>
              <a:buNone/>
              <a:tabLst>
                <a:tab pos="0" algn="l"/>
              </a:tabLst>
              <a:defRPr lang="tr-TR" sz="10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000" b="0" u="none" strike="noStrike">
                <a:solidFill>
                  <a:srgbClr val="706F6F"/>
                </a:solidFill>
                <a:effectLst/>
                <a:uFillTx/>
                <a:latin typeface="Gotham"/>
              </a:rPr>
              <a:t>Yer: OSTİM Teknik Üniversitesi</a:t>
            </a:r>
            <a:endParaRPr lang="en-US" sz="1000" b="0" u="none" strike="noStrike">
              <a:solidFill>
                <a:schemeClr val="lt1"/>
              </a:solidFill>
              <a:effectLst/>
              <a:uFillTx/>
              <a:latin typeface="Gotham"/>
            </a:endParaRPr>
          </a:p>
        </p:txBody>
      </p:sp>
      <p:sp>
        <p:nvSpPr>
          <p:cNvPr id="30" name="PlaceHolder 6"/>
          <p:cNvSpPr>
            <a:spLocks noGrp="1"/>
          </p:cNvSpPr>
          <p:nvPr>
            <p:ph type="body" hasCustomPrompt="1"/>
          </p:nvPr>
        </p:nvSpPr>
        <p:spPr>
          <a:xfrm>
            <a:off x="838080" y="2194200"/>
            <a:ext cx="10515240" cy="775800"/>
          </a:xfrm>
          <a:prstGeom prst="rect">
            <a:avLst/>
          </a:prstGeom>
          <a:noFill/>
          <a:ln w="0">
            <a:noFill/>
          </a:ln>
        </p:spPr>
        <p:txBody>
          <a:bodyPr lIns="90000" tIns="45000" rIns="90000" bIns="45000" anchor="t">
            <a:noAutofit/>
          </a:bodyPr>
          <a:lstStyle>
            <a:lvl1pPr indent="0" algn="ctr" defTabSz="914400">
              <a:lnSpc>
                <a:spcPct val="90000"/>
              </a:lnSpc>
              <a:spcBef>
                <a:spcPts val="1001"/>
              </a:spcBef>
              <a:buNone/>
              <a:tabLst>
                <a:tab pos="0" algn="l"/>
              </a:tabLst>
              <a:defRPr lang="tr-TR" sz="20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2000" b="0" u="none" strike="noStrike">
                <a:solidFill>
                  <a:schemeClr val="lt1"/>
                </a:solidFill>
                <a:effectLst/>
                <a:uFillTx/>
                <a:latin typeface="Gotham"/>
              </a:rPr>
              <a:t>2024-2025 Güz Dönemi Akademik Değerlendirme Sunumu</a:t>
            </a:r>
            <a:endParaRPr lang="en-US" sz="2000" b="0" u="none" strike="noStrike">
              <a:solidFill>
                <a:schemeClr val="lt1"/>
              </a:solidFill>
              <a:effectLst/>
              <a:uFillTx/>
              <a:latin typeface="Gotha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Özel Düzen">
    <p:bg>
      <p:bgPr>
        <a:solidFill>
          <a:srgbClr val="FFFFFF"/>
        </a:solidFill>
        <a:effectLst/>
      </p:bgPr>
    </p:bg>
    <p:spTree>
      <p:nvGrpSpPr>
        <p:cNvPr id="1" name=""/>
        <p:cNvGrpSpPr/>
        <p:nvPr/>
      </p:nvGrpSpPr>
      <p:grpSpPr>
        <a:xfrm>
          <a:off x="0" y="0"/>
          <a:ext cx="0" cy="0"/>
          <a:chOff x="0" y="0"/>
          <a:chExt cx="0" cy="0"/>
        </a:xfrm>
      </p:grpSpPr>
      <p:pic>
        <p:nvPicPr>
          <p:cNvPr id="31" name="Resim 10"/>
          <p:cNvPicPr/>
          <p:nvPr/>
        </p:nvPicPr>
        <p:blipFill>
          <a:blip r:embed="rId2"/>
          <a:stretch/>
        </p:blipFill>
        <p:spPr>
          <a:xfrm>
            <a:off x="0" y="-3240"/>
            <a:ext cx="12191760" cy="6864120"/>
          </a:xfrm>
          <a:prstGeom prst="rect">
            <a:avLst/>
          </a:prstGeom>
          <a:noFill/>
          <a:ln w="0">
            <a:noFill/>
          </a:ln>
        </p:spPr>
      </p:pic>
      <p:pic>
        <p:nvPicPr>
          <p:cNvPr id="32" name="Resim 5"/>
          <p:cNvPicPr/>
          <p:nvPr/>
        </p:nvPicPr>
        <p:blipFill>
          <a:blip r:embed="rId3"/>
          <a:stretch/>
        </p:blipFill>
        <p:spPr>
          <a:xfrm>
            <a:off x="5760" y="0"/>
            <a:ext cx="12179880" cy="6857640"/>
          </a:xfrm>
          <a:prstGeom prst="rect">
            <a:avLst/>
          </a:prstGeom>
          <a:noFill/>
          <a:ln w="0">
            <a:noFill/>
          </a:ln>
        </p:spPr>
      </p:pic>
      <p:sp>
        <p:nvSpPr>
          <p:cNvPr id="33" name="Yuvarlatılmış Dikdörtgen 11"/>
          <p:cNvSpPr/>
          <p:nvPr/>
        </p:nvSpPr>
        <p:spPr>
          <a:xfrm>
            <a:off x="3883680" y="7270920"/>
            <a:ext cx="4269240" cy="364680"/>
          </a:xfrm>
          <a:prstGeom prst="roundRect">
            <a:avLst>
              <a:gd name="adj" fmla="val 16667"/>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solidFill>
              <a:effectLst/>
              <a:uFillTx/>
              <a:latin typeface="Calibri"/>
            </a:endParaRPr>
          </a:p>
        </p:txBody>
      </p:sp>
      <p:sp>
        <p:nvSpPr>
          <p:cNvPr id="34" name="PlaceHolder 1"/>
          <p:cNvSpPr>
            <a:spLocks noGrp="1"/>
          </p:cNvSpPr>
          <p:nvPr>
            <p:ph type="title" hasCustomPrompt="1"/>
          </p:nvPr>
        </p:nvSpPr>
        <p:spPr>
          <a:xfrm>
            <a:off x="838080" y="1705320"/>
            <a:ext cx="10515240" cy="579960"/>
          </a:xfrm>
          <a:prstGeom prst="rect">
            <a:avLst/>
          </a:prstGeom>
          <a:noFill/>
          <a:ln w="0">
            <a:noFill/>
          </a:ln>
        </p:spPr>
        <p:txBody>
          <a:bodyPr lIns="90000" tIns="45000" rIns="90000" bIns="45000" anchor="t">
            <a:noAutofit/>
          </a:bodyPr>
          <a:lstStyle>
            <a:lvl1pPr indent="0" algn="ctr" defTabSz="914400">
              <a:lnSpc>
                <a:spcPct val="90000"/>
              </a:lnSpc>
              <a:buNone/>
              <a:defRPr lang="tr-TR" sz="3200" b="1" u="none" strike="noStrike">
                <a:solidFill>
                  <a:schemeClr val="lt1"/>
                </a:solidFill>
                <a:effectLst/>
                <a:uFillTx/>
                <a:latin typeface="Gotham"/>
              </a:defRPr>
            </a:lvl1pPr>
          </a:lstStyle>
          <a:p>
            <a:pPr indent="0" algn="ctr" defTabSz="914400">
              <a:lnSpc>
                <a:spcPct val="90000"/>
              </a:lnSpc>
              <a:buNone/>
            </a:pPr>
            <a:r>
              <a:rPr lang="tr-TR" sz="3200" b="1" u="none" strike="noStrike">
                <a:solidFill>
                  <a:schemeClr val="lt1"/>
                </a:solidFill>
                <a:effectLst/>
                <a:uFillTx/>
                <a:latin typeface="Gotham"/>
              </a:rPr>
              <a:t>Dinlediğiniz için Teşekkürler!</a:t>
            </a:r>
            <a:endParaRPr lang="en-US" sz="3200" b="1" u="none" strike="noStrike">
              <a:solidFill>
                <a:schemeClr val="lt1"/>
              </a:solidFill>
              <a:effectLst/>
              <a:uFillTx/>
              <a:latin typeface="Gotham"/>
            </a:endParaRPr>
          </a:p>
        </p:txBody>
      </p:sp>
      <p:sp>
        <p:nvSpPr>
          <p:cNvPr id="35" name="Yuvarlatılmış Dikdörtgen 12"/>
          <p:cNvSpPr/>
          <p:nvPr/>
        </p:nvSpPr>
        <p:spPr>
          <a:xfrm>
            <a:off x="8610480" y="7270920"/>
            <a:ext cx="2742840" cy="364680"/>
          </a:xfrm>
          <a:prstGeom prst="roundRect">
            <a:avLst>
              <a:gd name="adj" fmla="val 16667"/>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solidFill>
              <a:effectLst/>
              <a:uFillTx/>
              <a:latin typeface="Calibri"/>
            </a:endParaRPr>
          </a:p>
        </p:txBody>
      </p:sp>
      <p:sp>
        <p:nvSpPr>
          <p:cNvPr id="36" name="PlaceHolder 2"/>
          <p:cNvSpPr>
            <a:spLocks noGrp="1"/>
          </p:cNvSpPr>
          <p:nvPr>
            <p:ph type="body"/>
          </p:nvPr>
        </p:nvSpPr>
        <p:spPr>
          <a:xfrm>
            <a:off x="4771800" y="453960"/>
            <a:ext cx="2647800" cy="958320"/>
          </a:xfrm>
          <a:prstGeom prst="rect">
            <a:avLst/>
          </a:prstGeom>
          <a:blipFill rotWithShape="0">
            <a:blip r:embed="rId4"/>
            <a:stretch/>
          </a:blipFill>
          <a:ln w="0">
            <a:noFill/>
          </a:ln>
        </p:spPr>
        <p:txBody>
          <a:bodyPr lIns="90000" tIns="45000" rIns="90000" bIns="45000" anchor="t">
            <a:noAutofit/>
          </a:bodyPr>
          <a:lstStyle>
            <a:lvl1pPr algn="l" defTabSz="914400">
              <a:lnSpc>
                <a:spcPct val="90000"/>
              </a:lnSpc>
              <a:spcBef>
                <a:spcPts val="1001"/>
              </a:spcBef>
              <a:buClr>
                <a:srgbClr val="000000"/>
              </a:buClr>
              <a:buSzPct val="45000"/>
              <a:buFont typeface="Wingdings" charset="2"/>
              <a:buChar char=""/>
              <a:tabLst>
                <a:tab pos="0" algn="l"/>
              </a:tabLst>
              <a:defRPr lang="en-US" sz="2800" b="0" u="none" strike="noStrike">
                <a:solidFill>
                  <a:schemeClr val="lt1"/>
                </a:solidFill>
                <a:effectLst/>
                <a:uFillTx/>
                <a:latin typeface="Gotham"/>
              </a:defRPr>
            </a:lvl1pPr>
            <a:lvl2pPr lvl="1" algn="l" defTabSz="914400">
              <a:lnSpc>
                <a:spcPct val="90000"/>
              </a:lnSpc>
              <a:spcBef>
                <a:spcPts val="1134"/>
              </a:spcBef>
              <a:buClr>
                <a:srgbClr val="000000"/>
              </a:buClr>
              <a:buSzPct val="75000"/>
              <a:buFont typeface="Symbol" charset="2"/>
              <a:buChar char=""/>
              <a:tabLst>
                <a:tab pos="0" algn="l"/>
              </a:tabLst>
              <a:defRPr lang="en-US" sz="2800" b="0" u="none" strike="noStrike">
                <a:solidFill>
                  <a:schemeClr val="dk1"/>
                </a:solidFill>
                <a:effectLst/>
                <a:uFillTx/>
                <a:latin typeface="Calibri"/>
              </a:defRPr>
            </a:lvl2pPr>
            <a:lvl3pPr lvl="2" algn="l" defTabSz="914400">
              <a:lnSpc>
                <a:spcPct val="90000"/>
              </a:lnSpc>
              <a:spcBef>
                <a:spcPts val="850"/>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3pPr>
            <a:lvl4pPr lvl="3" algn="l" defTabSz="914400">
              <a:lnSpc>
                <a:spcPct val="90000"/>
              </a:lnSpc>
              <a:spcBef>
                <a:spcPts val="567"/>
              </a:spcBef>
              <a:buClr>
                <a:srgbClr val="000000"/>
              </a:buClr>
              <a:buSzPct val="75000"/>
              <a:buFont typeface="Symbol" charset="2"/>
              <a:buChar char=""/>
              <a:tabLst>
                <a:tab pos="0" algn="l"/>
              </a:tabLst>
              <a:defRPr lang="en-US" sz="2800" b="0" u="none" strike="noStrike">
                <a:solidFill>
                  <a:schemeClr val="dk1"/>
                </a:solidFill>
                <a:effectLst/>
                <a:uFillTx/>
                <a:latin typeface="Calibri"/>
              </a:defRPr>
            </a:lvl4pPr>
            <a:lvl5pPr lvl="4"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tabLst>
                <a:tab pos="0" algn="l"/>
              </a:tabLst>
              <a:defRPr lang="en-US" sz="28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SzPct val="45000"/>
              <a:buFont typeface="Wingdings" charset="2"/>
              <a:buChar char=""/>
              <a:tabLst>
                <a:tab pos="0" algn="l"/>
              </a:tabLst>
            </a:pPr>
            <a:r>
              <a:rPr lang="en-US" sz="2800" b="0" u="none" strike="noStrike">
                <a:solidFill>
                  <a:schemeClr val="lt1"/>
                </a:solidFill>
                <a:effectLst/>
                <a:uFillTx/>
                <a:latin typeface="Gotham"/>
              </a:rPr>
              <a:t>Click to edit the outline text format</a:t>
            </a:r>
          </a:p>
          <a:p>
            <a:pPr marL="685800" lvl="1" indent="-228600" algn="l" defTabSz="914400">
              <a:lnSpc>
                <a:spcPct val="90000"/>
              </a:lnSpc>
              <a:spcBef>
                <a:spcPts val="1134"/>
              </a:spcBef>
              <a:buClr>
                <a:srgbClr val="000000"/>
              </a:buClr>
              <a:buSzPct val="75000"/>
              <a:buFont typeface="Symbol" charset="2"/>
              <a:buChar char=""/>
              <a:tabLst>
                <a:tab pos="0" algn="l"/>
              </a:tabLst>
            </a:pPr>
            <a:r>
              <a:rPr lang="en-US" sz="2800" b="0" u="none" strike="noStrike">
                <a:solidFill>
                  <a:schemeClr val="dk1"/>
                </a:solidFill>
                <a:effectLst/>
                <a:uFillTx/>
                <a:latin typeface="Calibri"/>
              </a:rPr>
              <a:t>Second Outline Level</a:t>
            </a:r>
          </a:p>
          <a:p>
            <a:pPr marL="1143000" lvl="2" indent="-228600" algn="l" defTabSz="914400">
              <a:lnSpc>
                <a:spcPct val="90000"/>
              </a:lnSpc>
              <a:spcBef>
                <a:spcPts val="850"/>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Third Outline Level</a:t>
            </a:r>
          </a:p>
          <a:p>
            <a:pPr marL="1600200" lvl="3" indent="-228600" algn="l" defTabSz="914400">
              <a:lnSpc>
                <a:spcPct val="90000"/>
              </a:lnSpc>
              <a:spcBef>
                <a:spcPts val="567"/>
              </a:spcBef>
              <a:buClr>
                <a:srgbClr val="000000"/>
              </a:buClr>
              <a:buSzPct val="75000"/>
              <a:buFont typeface="Symbol" charset="2"/>
              <a:buChar char=""/>
              <a:tabLst>
                <a:tab pos="0" algn="l"/>
              </a:tabLst>
            </a:pPr>
            <a:r>
              <a:rPr lang="en-US" sz="2800" b="0" u="none" strike="noStrike">
                <a:solidFill>
                  <a:schemeClr val="dk1"/>
                </a:solidFill>
                <a:effectLst/>
                <a:uFillTx/>
                <a:latin typeface="Calibri"/>
              </a:rPr>
              <a:t>Fourth Outline Level</a:t>
            </a:r>
          </a:p>
          <a:p>
            <a:pPr marL="2057400" lvl="4"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Fifth Outline Level</a:t>
            </a:r>
          </a:p>
          <a:p>
            <a:pPr marL="2514600" lvl="5"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Sixth Outline Level</a:t>
            </a:r>
          </a:p>
          <a:p>
            <a:pPr marL="2971800" lvl="6" indent="-228600" algn="l" defTabSz="914400">
              <a:lnSpc>
                <a:spcPct val="90000"/>
              </a:lnSpc>
              <a:spcBef>
                <a:spcPts val="283"/>
              </a:spcBef>
              <a:buClr>
                <a:srgbClr val="000000"/>
              </a:buClr>
              <a:buSzPct val="45000"/>
              <a:buFont typeface="Wingdings" charset="2"/>
              <a:buChar char=""/>
              <a:tabLst>
                <a:tab pos="0" algn="l"/>
              </a:tabLst>
            </a:pPr>
            <a:r>
              <a:rPr lang="en-US" sz="2800" b="0" u="none" strike="noStrike">
                <a:solidFill>
                  <a:schemeClr val="dk1"/>
                </a:solidFill>
                <a:effectLst/>
                <a:uFillTx/>
                <a:latin typeface="Calibri"/>
              </a:rPr>
              <a:t>Seventh Outline Level</a:t>
            </a:r>
          </a:p>
        </p:txBody>
      </p:sp>
      <p:sp>
        <p:nvSpPr>
          <p:cNvPr id="37" name="Yuvarlatılmış Dikdörtgen 10"/>
          <p:cNvSpPr/>
          <p:nvPr/>
        </p:nvSpPr>
        <p:spPr>
          <a:xfrm>
            <a:off x="1665000" y="7270920"/>
            <a:ext cx="1048680" cy="364680"/>
          </a:xfrm>
          <a:prstGeom prst="roundRect">
            <a:avLst>
              <a:gd name="adj" fmla="val 16667"/>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solidFill>
              <a:effectLst/>
              <a:uFillTx/>
              <a:latin typeface="Calibri"/>
            </a:endParaRPr>
          </a:p>
        </p:txBody>
      </p:sp>
      <p:sp>
        <p:nvSpPr>
          <p:cNvPr id="38" name="PlaceHolder 3"/>
          <p:cNvSpPr>
            <a:spLocks noGrp="1"/>
          </p:cNvSpPr>
          <p:nvPr>
            <p:ph type="body" hasCustomPrompt="1"/>
          </p:nvPr>
        </p:nvSpPr>
        <p:spPr>
          <a:xfrm>
            <a:off x="1665360" y="7270920"/>
            <a:ext cx="1049040" cy="364680"/>
          </a:xfrm>
          <a:prstGeom prst="rect">
            <a:avLst/>
          </a:prstGeom>
          <a:noFill/>
          <a:ln w="0">
            <a:noFill/>
          </a:ln>
        </p:spPr>
        <p:txBody>
          <a:bodyPr lIns="90000" tIns="45000" rIns="90000" bIns="45000" anchor="ctr">
            <a:noAutofit/>
          </a:bodyPr>
          <a:lstStyle>
            <a:lvl1pPr indent="0" algn="ctr" defTabSz="914400">
              <a:lnSpc>
                <a:spcPct val="90000"/>
              </a:lnSpc>
              <a:spcBef>
                <a:spcPts val="1001"/>
              </a:spcBef>
              <a:buNone/>
              <a:tabLst>
                <a:tab pos="0" algn="l"/>
              </a:tabLst>
              <a:defRPr lang="tr-TR" sz="10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000" b="0" u="none" strike="noStrike">
                <a:solidFill>
                  <a:srgbClr val="706F6F"/>
                </a:solidFill>
                <a:effectLst/>
                <a:uFillTx/>
                <a:latin typeface="Gotham"/>
              </a:rPr>
              <a:t>5.11.2024</a:t>
            </a:r>
            <a:endParaRPr lang="en-US" sz="1000" b="0" u="none" strike="noStrike">
              <a:solidFill>
                <a:schemeClr val="lt1"/>
              </a:solidFill>
              <a:effectLst/>
              <a:uFillTx/>
              <a:latin typeface="Gotham"/>
            </a:endParaRPr>
          </a:p>
        </p:txBody>
      </p:sp>
      <p:sp>
        <p:nvSpPr>
          <p:cNvPr id="39" name="PlaceHolder 4"/>
          <p:cNvSpPr>
            <a:spLocks noGrp="1"/>
          </p:cNvSpPr>
          <p:nvPr>
            <p:ph type="body" hasCustomPrompt="1"/>
          </p:nvPr>
        </p:nvSpPr>
        <p:spPr>
          <a:xfrm>
            <a:off x="3883320" y="7270920"/>
            <a:ext cx="4269240" cy="364680"/>
          </a:xfrm>
          <a:prstGeom prst="rect">
            <a:avLst/>
          </a:prstGeom>
          <a:noFill/>
          <a:ln w="0">
            <a:noFill/>
          </a:ln>
        </p:spPr>
        <p:txBody>
          <a:bodyPr lIns="90000" tIns="45000" rIns="90000" bIns="45000" anchor="ctr">
            <a:noAutofit/>
          </a:bodyPr>
          <a:lstStyle>
            <a:lvl1pPr indent="0" algn="ctr" defTabSz="914400">
              <a:lnSpc>
                <a:spcPct val="90000"/>
              </a:lnSpc>
              <a:spcBef>
                <a:spcPts val="1001"/>
              </a:spcBef>
              <a:buNone/>
              <a:tabLst>
                <a:tab pos="0" algn="l"/>
              </a:tabLst>
              <a:defRPr lang="tr-TR" sz="10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000" b="0" u="none" strike="noStrike">
                <a:solidFill>
                  <a:srgbClr val="706F6F"/>
                </a:solidFill>
                <a:effectLst/>
                <a:uFillTx/>
                <a:latin typeface="Gotham"/>
              </a:rPr>
              <a:t>Doç. Dr. Doğuş YÜKSEL</a:t>
            </a:r>
            <a:endParaRPr lang="en-US" sz="1000" b="0" u="none" strike="noStrike">
              <a:solidFill>
                <a:schemeClr val="lt1"/>
              </a:solidFill>
              <a:effectLst/>
              <a:uFillTx/>
              <a:latin typeface="Gotham"/>
            </a:endParaRPr>
          </a:p>
        </p:txBody>
      </p:sp>
      <p:sp>
        <p:nvSpPr>
          <p:cNvPr id="40" name="PlaceHolder 5"/>
          <p:cNvSpPr>
            <a:spLocks noGrp="1"/>
          </p:cNvSpPr>
          <p:nvPr>
            <p:ph type="body" hasCustomPrompt="1"/>
          </p:nvPr>
        </p:nvSpPr>
        <p:spPr>
          <a:xfrm>
            <a:off x="8610480" y="7270920"/>
            <a:ext cx="2742840" cy="364680"/>
          </a:xfrm>
          <a:prstGeom prst="rect">
            <a:avLst/>
          </a:prstGeom>
          <a:noFill/>
          <a:ln w="0">
            <a:noFill/>
          </a:ln>
        </p:spPr>
        <p:txBody>
          <a:bodyPr lIns="90000" tIns="45000" rIns="90000" bIns="45000" anchor="ctr">
            <a:noAutofit/>
          </a:bodyPr>
          <a:lstStyle>
            <a:lvl1pPr indent="0" algn="ctr" defTabSz="914400">
              <a:lnSpc>
                <a:spcPct val="90000"/>
              </a:lnSpc>
              <a:spcBef>
                <a:spcPts val="1001"/>
              </a:spcBef>
              <a:buNone/>
              <a:tabLst>
                <a:tab pos="0" algn="l"/>
              </a:tabLst>
              <a:defRPr lang="tr-TR" sz="10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000" b="0" u="none" strike="noStrike">
                <a:solidFill>
                  <a:srgbClr val="706F6F"/>
                </a:solidFill>
                <a:effectLst/>
                <a:uFillTx/>
                <a:latin typeface="Gotham"/>
              </a:rPr>
              <a:t>Yer: OSTİM Teknik Üniversitesi</a:t>
            </a:r>
            <a:endParaRPr lang="en-US" sz="1000" b="0" u="none" strike="noStrike">
              <a:solidFill>
                <a:schemeClr val="lt1"/>
              </a:solidFill>
              <a:effectLst/>
              <a:uFillTx/>
              <a:latin typeface="Gotham"/>
            </a:endParaRPr>
          </a:p>
        </p:txBody>
      </p:sp>
      <p:sp>
        <p:nvSpPr>
          <p:cNvPr id="41" name="PlaceHolder 6"/>
          <p:cNvSpPr>
            <a:spLocks noGrp="1"/>
          </p:cNvSpPr>
          <p:nvPr>
            <p:ph type="body" hasCustomPrompt="1"/>
          </p:nvPr>
        </p:nvSpPr>
        <p:spPr>
          <a:xfrm>
            <a:off x="838080" y="2410560"/>
            <a:ext cx="10515240" cy="385920"/>
          </a:xfrm>
          <a:prstGeom prst="rect">
            <a:avLst/>
          </a:prstGeom>
          <a:noFill/>
          <a:ln w="0">
            <a:noFill/>
          </a:ln>
        </p:spPr>
        <p:txBody>
          <a:bodyPr lIns="90000" tIns="45000" rIns="90000" bIns="45000" anchor="t">
            <a:noAutofit/>
          </a:bodyPr>
          <a:lstStyle>
            <a:lvl1pPr indent="0" algn="ctr" defTabSz="914400">
              <a:lnSpc>
                <a:spcPct val="90000"/>
              </a:lnSpc>
              <a:spcBef>
                <a:spcPts val="1001"/>
              </a:spcBef>
              <a:buNone/>
              <a:tabLst>
                <a:tab pos="0" algn="l"/>
              </a:tabLst>
              <a:defRPr lang="tr-TR" sz="20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2000" b="0" u="none" strike="noStrike">
                <a:solidFill>
                  <a:schemeClr val="lt1"/>
                </a:solidFill>
                <a:effectLst/>
                <a:uFillTx/>
                <a:latin typeface="Gotham"/>
              </a:rPr>
              <a:t>Doç. Dr. Doğuş Yüksel</a:t>
            </a:r>
            <a:endParaRPr lang="en-US" sz="2000" b="0" u="none" strike="noStrike">
              <a:solidFill>
                <a:schemeClr val="lt1"/>
              </a:solidFill>
              <a:effectLst/>
              <a:uFillTx/>
              <a:latin typeface="Gotham"/>
            </a:endParaRPr>
          </a:p>
        </p:txBody>
      </p:sp>
      <p:sp>
        <p:nvSpPr>
          <p:cNvPr id="42" name="PlaceHolder 7"/>
          <p:cNvSpPr>
            <a:spLocks noGrp="1"/>
          </p:cNvSpPr>
          <p:nvPr>
            <p:ph type="body" hasCustomPrompt="1"/>
          </p:nvPr>
        </p:nvSpPr>
        <p:spPr>
          <a:xfrm>
            <a:off x="838080" y="2827440"/>
            <a:ext cx="10515240" cy="525240"/>
          </a:xfrm>
          <a:prstGeom prst="rect">
            <a:avLst/>
          </a:prstGeom>
          <a:noFill/>
          <a:ln w="0">
            <a:noFill/>
          </a:ln>
        </p:spPr>
        <p:txBody>
          <a:bodyPr lIns="90000" tIns="45000" rIns="90000" bIns="45000" anchor="t">
            <a:noAutofit/>
          </a:bodyPr>
          <a:lstStyle>
            <a:lvl1pPr indent="0" algn="ctr" defTabSz="914400">
              <a:lnSpc>
                <a:spcPct val="90000"/>
              </a:lnSpc>
              <a:spcBef>
                <a:spcPts val="1001"/>
              </a:spcBef>
              <a:buNone/>
              <a:tabLst>
                <a:tab pos="0" algn="l"/>
              </a:tabLst>
              <a:defRPr lang="tr-TR" sz="14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400" b="0" u="none" strike="noStrike">
                <a:solidFill>
                  <a:schemeClr val="lt1"/>
                </a:solidFill>
                <a:effectLst/>
                <a:uFillTx/>
                <a:latin typeface="Gotham"/>
              </a:rPr>
              <a:t>Pazarlama ve Reklamcılık Bölüm Başkanı</a:t>
            </a:r>
            <a:endParaRPr lang="en-US" sz="1400" b="0" u="none" strike="noStrike">
              <a:solidFill>
                <a:schemeClr val="lt1"/>
              </a:solidFill>
              <a:effectLst/>
              <a:uFillTx/>
              <a:latin typeface="Gotham"/>
            </a:endParaRPr>
          </a:p>
        </p:txBody>
      </p:sp>
      <p:pic>
        <p:nvPicPr>
          <p:cNvPr id="43" name="Resim 7"/>
          <p:cNvPicPr/>
          <p:nvPr/>
        </p:nvPicPr>
        <p:blipFill>
          <a:blip r:embed="rId5"/>
          <a:stretch/>
        </p:blipFill>
        <p:spPr>
          <a:xfrm>
            <a:off x="597600" y="4621320"/>
            <a:ext cx="1411560" cy="1704960"/>
          </a:xfrm>
          <a:prstGeom prst="rect">
            <a:avLst/>
          </a:prstGeom>
          <a:noFill/>
          <a:ln w="0">
            <a:noFill/>
          </a:ln>
        </p:spPr>
      </p:pic>
      <p:sp>
        <p:nvSpPr>
          <p:cNvPr id="44" name="Metin kutusu 8"/>
          <p:cNvSpPr/>
          <p:nvPr/>
        </p:nvSpPr>
        <p:spPr>
          <a:xfrm>
            <a:off x="1215360" y="4774320"/>
            <a:ext cx="134964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tr-TR" sz="1000" b="0" u="none" strike="noStrike">
                <a:solidFill>
                  <a:schemeClr val="lt1"/>
                </a:solidFill>
                <a:effectLst/>
                <a:uFillTx/>
                <a:latin typeface="Gotham"/>
              </a:rPr>
              <a:t>ostimteknik</a:t>
            </a:r>
            <a:r>
              <a:rPr lang="tr-TR" sz="1000" b="1" u="none" strike="noStrike">
                <a:solidFill>
                  <a:schemeClr val="lt1"/>
                </a:solidFill>
                <a:effectLst/>
                <a:uFillTx/>
                <a:latin typeface="Gotham"/>
              </a:rPr>
              <a:t>.edu.tr</a:t>
            </a:r>
            <a:endParaRPr lang="en-US" sz="1000" b="0" u="none" strike="noStrike">
              <a:solidFill>
                <a:srgbClr val="000000"/>
              </a:solidFill>
              <a:effectLst/>
              <a:uFillTx/>
              <a:latin typeface="Arial"/>
            </a:endParaRPr>
          </a:p>
        </p:txBody>
      </p:sp>
      <p:sp>
        <p:nvSpPr>
          <p:cNvPr id="45" name="Metin kutusu 13"/>
          <p:cNvSpPr/>
          <p:nvPr/>
        </p:nvSpPr>
        <p:spPr>
          <a:xfrm>
            <a:off x="1215360" y="5152680"/>
            <a:ext cx="303588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tr-TR" sz="1000" b="0" u="none" strike="noStrike">
                <a:solidFill>
                  <a:schemeClr val="lt1"/>
                </a:solidFill>
                <a:effectLst/>
                <a:uFillTx/>
                <a:latin typeface="Gotham"/>
              </a:rPr>
              <a:t>Ostim, 100. Yıl Blv 55/F, Yenimahalle/Ankara</a:t>
            </a:r>
            <a:endParaRPr lang="en-US" sz="1000" b="0" u="none" strike="noStrike">
              <a:solidFill>
                <a:srgbClr val="000000"/>
              </a:solidFill>
              <a:effectLst/>
              <a:uFillTx/>
              <a:latin typeface="Arial"/>
            </a:endParaRPr>
          </a:p>
        </p:txBody>
      </p:sp>
      <p:sp>
        <p:nvSpPr>
          <p:cNvPr id="46" name="Metin kutusu 14"/>
          <p:cNvSpPr/>
          <p:nvPr/>
        </p:nvSpPr>
        <p:spPr>
          <a:xfrm>
            <a:off x="1215360" y="5523120"/>
            <a:ext cx="124560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tr-TR" sz="1000" b="0" u="none" strike="noStrike">
                <a:solidFill>
                  <a:schemeClr val="lt1"/>
                </a:solidFill>
                <a:effectLst/>
                <a:uFillTx/>
                <a:latin typeface="Gotham"/>
              </a:rPr>
              <a:t>(0312) 386 10 92</a:t>
            </a:r>
            <a:endParaRPr lang="en-US" sz="1000" b="0" u="none" strike="noStrike">
              <a:solidFill>
                <a:srgbClr val="000000"/>
              </a:solidFill>
              <a:effectLst/>
              <a:uFillTx/>
              <a:latin typeface="Arial"/>
            </a:endParaRPr>
          </a:p>
        </p:txBody>
      </p:sp>
      <p:sp>
        <p:nvSpPr>
          <p:cNvPr id="47" name="Metin kutusu 18"/>
          <p:cNvSpPr/>
          <p:nvPr/>
        </p:nvSpPr>
        <p:spPr>
          <a:xfrm>
            <a:off x="1838160" y="5893560"/>
            <a:ext cx="125676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tr-TR" sz="1000" b="0" u="none" strike="noStrike">
                <a:solidFill>
                  <a:schemeClr val="lt1"/>
                </a:solidFill>
                <a:effectLst/>
                <a:uFillTx/>
                <a:latin typeface="Gotham"/>
              </a:rPr>
              <a:t>/ostimteknikuniv</a:t>
            </a:r>
            <a:endParaRPr lang="en-US" sz="1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çindekiler">
    <p:bg>
      <p:bgPr>
        <a:solidFill>
          <a:srgbClr val="FFFFFF"/>
        </a:solidFill>
        <a:effectLst/>
      </p:bgPr>
    </p:bg>
    <p:spTree>
      <p:nvGrpSpPr>
        <p:cNvPr id="1" name=""/>
        <p:cNvGrpSpPr/>
        <p:nvPr/>
      </p:nvGrpSpPr>
      <p:grpSpPr>
        <a:xfrm>
          <a:off x="0" y="0"/>
          <a:ext cx="0" cy="0"/>
          <a:chOff x="0" y="0"/>
          <a:chExt cx="0" cy="0"/>
        </a:xfrm>
      </p:grpSpPr>
      <p:pic>
        <p:nvPicPr>
          <p:cNvPr id="48" name="Resim 6"/>
          <p:cNvPicPr/>
          <p:nvPr/>
        </p:nvPicPr>
        <p:blipFill>
          <a:blip r:embed="rId2"/>
          <a:stretch/>
        </p:blipFill>
        <p:spPr>
          <a:xfrm>
            <a:off x="277920" y="216360"/>
            <a:ext cx="1727640" cy="625680"/>
          </a:xfrm>
          <a:prstGeom prst="rect">
            <a:avLst/>
          </a:prstGeom>
          <a:noFill/>
          <a:ln w="0">
            <a:noFill/>
          </a:ln>
        </p:spPr>
      </p:pic>
      <p:sp>
        <p:nvSpPr>
          <p:cNvPr id="49"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50"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959300FF-5FAC-4548-BFA4-14F5739C9200}"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51" name="PlaceHolder 1"/>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İçindekiler</a:t>
            </a:r>
            <a:endParaRPr lang="tr-TR" sz="3000" b="1" u="none" strike="noStrike">
              <a:solidFill>
                <a:schemeClr val="dk1"/>
              </a:solidFill>
              <a:effectLst/>
              <a:uFillTx/>
              <a:latin typeface="Gotham"/>
            </a:endParaRPr>
          </a:p>
        </p:txBody>
      </p:sp>
      <p:sp>
        <p:nvSpPr>
          <p:cNvPr id="52" name="PlaceHolder 2"/>
          <p:cNvSpPr>
            <a:spLocks noGrp="1"/>
          </p:cNvSpPr>
          <p:nvPr>
            <p:ph type="sldNum" idx="3"/>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B54C4B82-9918-40BF-A8D4-2A9A120BD8E9}"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53" name="PlaceHolder 3"/>
          <p:cNvSpPr>
            <a:spLocks noGrp="1"/>
          </p:cNvSpPr>
          <p:nvPr>
            <p:ph type="body" hasCustomPrompt="1"/>
          </p:nvPr>
        </p:nvSpPr>
        <p:spPr>
          <a:xfrm>
            <a:off x="1769760" y="5736600"/>
            <a:ext cx="5921640" cy="6328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1600" b="0" u="none" strike="noStrike">
                <a:solidFill>
                  <a:srgbClr val="706F6F"/>
                </a:solidFill>
                <a:effectLst/>
                <a:uFillTx/>
                <a:latin typeface="Gotham"/>
              </a:rPr>
              <a:t>Sunum Süresi: 15dk</a:t>
            </a:r>
            <a:endParaRPr lang="tr-TR" sz="1600" b="1" u="none" strike="noStrike">
              <a:solidFill>
                <a:schemeClr val="dk1"/>
              </a:solidFill>
              <a:effectLst/>
              <a:uFillTx/>
              <a:latin typeface="Gotham"/>
            </a:endParaRPr>
          </a:p>
        </p:txBody>
      </p:sp>
      <p:sp>
        <p:nvSpPr>
          <p:cNvPr id="54" name="PlaceHolder 4"/>
          <p:cNvSpPr>
            <a:spLocks noGrp="1"/>
          </p:cNvSpPr>
          <p:nvPr>
            <p:ph type="body" hasCustomPrompt="1"/>
          </p:nvPr>
        </p:nvSpPr>
        <p:spPr>
          <a:xfrm>
            <a:off x="1139760" y="2331000"/>
            <a:ext cx="6551640" cy="21956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3E3E3E"/>
              </a:buClr>
              <a:buFont typeface="Calibri Light"/>
              <a:buAutoNum type="arabicPeriod"/>
              <a:tabLst>
                <a:tab pos="0" algn="l"/>
              </a:tabLst>
              <a:defRPr lang="tr-TR" sz="2400" b="1" u="none" strike="noStrike">
                <a:solidFill>
                  <a:schemeClr val="dk1"/>
                </a:solidFill>
                <a:effectLst/>
                <a:uFillTx/>
                <a:latin typeface="Gotham"/>
              </a:defRPr>
            </a:lvl1pPr>
            <a:lvl2pPr algn="l" defTabSz="914400">
              <a:lnSpc>
                <a:spcPct val="90000"/>
              </a:lnSpc>
              <a:spcBef>
                <a:spcPts val="1001"/>
              </a:spcBef>
              <a:buClr>
                <a:srgbClr val="3E3E3E"/>
              </a:buClr>
              <a:buFont typeface="Calibri Light"/>
              <a:buAutoNum type="arabicPeriod"/>
              <a:tabLst>
                <a:tab pos="0" algn="l"/>
              </a:tabLst>
              <a:defRPr lang="tr-TR" sz="2400" b="1" u="none" strike="noStrike">
                <a:solidFill>
                  <a:schemeClr val="dk1"/>
                </a:solidFill>
                <a:effectLst/>
                <a:uFillTx/>
                <a:latin typeface="Gotham"/>
              </a:defRPr>
            </a:lvl2pPr>
            <a:lvl3pPr algn="l" defTabSz="914400">
              <a:lnSpc>
                <a:spcPct val="90000"/>
              </a:lnSpc>
              <a:spcBef>
                <a:spcPts val="1001"/>
              </a:spcBef>
              <a:buClr>
                <a:srgbClr val="3E3E3E"/>
              </a:buClr>
              <a:buFont typeface="Calibri Light"/>
              <a:buAutoNum type="arabicPeriod"/>
              <a:tabLst>
                <a:tab pos="0" algn="l"/>
              </a:tabLst>
              <a:defRPr lang="tr-TR" sz="2400" b="1" u="none" strike="noStrike">
                <a:solidFill>
                  <a:schemeClr val="dk1"/>
                </a:solidFill>
                <a:effectLst/>
                <a:uFillTx/>
                <a:latin typeface="Gotham"/>
              </a:defRPr>
            </a:lvl3pPr>
            <a:lvl4pPr algn="l" defTabSz="914400">
              <a:lnSpc>
                <a:spcPct val="90000"/>
              </a:lnSpc>
              <a:spcBef>
                <a:spcPts val="1001"/>
              </a:spcBef>
              <a:buClr>
                <a:srgbClr val="3E3E3E"/>
              </a:buClr>
              <a:buFont typeface="Calibri Light"/>
              <a:buAutoNum type="arabicPeriod"/>
              <a:tabLst>
                <a:tab pos="0" algn="l"/>
              </a:tabLst>
              <a:defRPr lang="tr-TR" sz="2400" b="1" u="none" strike="noStrike">
                <a:solidFill>
                  <a:schemeClr val="dk1"/>
                </a:solidFill>
                <a:effectLst/>
                <a:uFillTx/>
                <a:latin typeface="Gotham"/>
              </a:defRPr>
            </a:lvl4pPr>
          </a:lstStyle>
          <a:p>
            <a:pPr marL="457200" indent="-457200" algn="l" defTabSz="914400">
              <a:lnSpc>
                <a:spcPct val="90000"/>
              </a:lnSpc>
              <a:spcBef>
                <a:spcPts val="1001"/>
              </a:spcBef>
              <a:buClr>
                <a:srgbClr val="3E3E3E"/>
              </a:buClr>
              <a:buFont typeface="Calibri Light"/>
              <a:buAutoNum type="arabicPeriod"/>
              <a:tabLst>
                <a:tab pos="0" algn="l"/>
              </a:tabLst>
            </a:pPr>
            <a:r>
              <a:rPr lang="tr-TR" sz="2400" b="1" u="none" strike="noStrike">
                <a:solidFill>
                  <a:schemeClr val="dk1"/>
                </a:solidFill>
                <a:effectLst/>
                <a:uFillTx/>
                <a:latin typeface="Gotham"/>
              </a:rPr>
              <a:t>Başlık</a:t>
            </a:r>
          </a:p>
          <a:p>
            <a:pPr marL="457200" indent="-457200" algn="l" defTabSz="914400">
              <a:lnSpc>
                <a:spcPct val="90000"/>
              </a:lnSpc>
              <a:spcBef>
                <a:spcPts val="1001"/>
              </a:spcBef>
              <a:buClr>
                <a:srgbClr val="3E3E3E"/>
              </a:buClr>
              <a:buFont typeface="Calibri Light"/>
              <a:buAutoNum type="arabicPeriod"/>
              <a:tabLst>
                <a:tab pos="0" algn="l"/>
              </a:tabLst>
            </a:pPr>
            <a:r>
              <a:rPr lang="tr-TR" sz="2400" b="1" u="none" strike="noStrike">
                <a:solidFill>
                  <a:schemeClr val="dk1"/>
                </a:solidFill>
                <a:effectLst/>
                <a:uFillTx/>
                <a:latin typeface="Gotham"/>
              </a:rPr>
              <a:t>Başlık</a:t>
            </a:r>
          </a:p>
          <a:p>
            <a:pPr marL="457200" indent="-457200" algn="l" defTabSz="914400">
              <a:lnSpc>
                <a:spcPct val="90000"/>
              </a:lnSpc>
              <a:spcBef>
                <a:spcPts val="1001"/>
              </a:spcBef>
              <a:buClr>
                <a:srgbClr val="3E3E3E"/>
              </a:buClr>
              <a:buFont typeface="Calibri Light"/>
              <a:buAutoNum type="arabicPeriod"/>
              <a:tabLst>
                <a:tab pos="0" algn="l"/>
              </a:tabLst>
            </a:pPr>
            <a:r>
              <a:rPr lang="tr-TR" sz="2400" b="1" u="none" strike="noStrike">
                <a:solidFill>
                  <a:schemeClr val="dk1"/>
                </a:solidFill>
                <a:effectLst/>
                <a:uFillTx/>
                <a:latin typeface="Gotham"/>
              </a:rPr>
              <a:t>Başlık</a:t>
            </a:r>
          </a:p>
          <a:p>
            <a:pPr marL="457200" indent="-457200" algn="l" defTabSz="914400">
              <a:lnSpc>
                <a:spcPct val="90000"/>
              </a:lnSpc>
              <a:spcBef>
                <a:spcPts val="1001"/>
              </a:spcBef>
              <a:buClr>
                <a:srgbClr val="3E3E3E"/>
              </a:buClr>
              <a:buFont typeface="Calibri Light"/>
              <a:buAutoNum type="arabicPeriod"/>
              <a:tabLst>
                <a:tab pos="0" algn="l"/>
              </a:tabLst>
            </a:pPr>
            <a:r>
              <a:rPr lang="tr-TR" sz="2400" b="1" u="none" strike="noStrike">
                <a:solidFill>
                  <a:schemeClr val="dk1"/>
                </a:solidFill>
                <a:effectLst/>
                <a:uFillTx/>
                <a:latin typeface="Gotham"/>
              </a:rPr>
              <a:t>Başlık</a:t>
            </a:r>
          </a:p>
        </p:txBody>
      </p:sp>
      <p:pic>
        <p:nvPicPr>
          <p:cNvPr id="55" name="Resim 2"/>
          <p:cNvPicPr/>
          <p:nvPr/>
        </p:nvPicPr>
        <p:blipFill>
          <a:blip r:embed="rId3"/>
          <a:stretch/>
        </p:blipFill>
        <p:spPr>
          <a:xfrm>
            <a:off x="1139760" y="5736600"/>
            <a:ext cx="526680" cy="451440"/>
          </a:xfrm>
          <a:prstGeom prst="rect">
            <a:avLst/>
          </a:prstGeom>
          <a:noFill/>
          <a:ln w="0">
            <a:noFill/>
          </a:ln>
        </p:spPr>
      </p:pic>
      <p:pic>
        <p:nvPicPr>
          <p:cNvPr id="56" name="Resim 4"/>
          <p:cNvPicPr/>
          <p:nvPr/>
        </p:nvPicPr>
        <p:blipFill>
          <a:blip r:embed="rId4"/>
          <a:stretch/>
        </p:blipFill>
        <p:spPr>
          <a:xfrm>
            <a:off x="8091360" y="1274400"/>
            <a:ext cx="5921640" cy="6504840"/>
          </a:xfrm>
          <a:prstGeom prst="rect">
            <a:avLst/>
          </a:prstGeom>
          <a:noFill/>
          <a:ln w="0">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Slayt">
    <p:bg>
      <p:bgPr>
        <a:solidFill>
          <a:srgbClr val="FFFFFF"/>
        </a:solidFill>
        <a:effectLst/>
      </p:bgPr>
    </p:bg>
    <p:spTree>
      <p:nvGrpSpPr>
        <p:cNvPr id="1" name=""/>
        <p:cNvGrpSpPr/>
        <p:nvPr/>
      </p:nvGrpSpPr>
      <p:grpSpPr>
        <a:xfrm>
          <a:off x="0" y="0"/>
          <a:ext cx="0" cy="0"/>
          <a:chOff x="0" y="0"/>
          <a:chExt cx="0" cy="0"/>
        </a:xfrm>
      </p:grpSpPr>
      <p:pic>
        <p:nvPicPr>
          <p:cNvPr id="57" name="Resim 6"/>
          <p:cNvPicPr/>
          <p:nvPr/>
        </p:nvPicPr>
        <p:blipFill>
          <a:blip r:embed="rId2"/>
          <a:stretch/>
        </p:blipFill>
        <p:spPr>
          <a:xfrm>
            <a:off x="277920" y="216360"/>
            <a:ext cx="1727640" cy="625680"/>
          </a:xfrm>
          <a:prstGeom prst="rect">
            <a:avLst/>
          </a:prstGeom>
          <a:noFill/>
          <a:ln w="0">
            <a:noFill/>
          </a:ln>
        </p:spPr>
      </p:pic>
      <p:sp>
        <p:nvSpPr>
          <p:cNvPr id="58"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59"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80819F17-4BAD-4C62-A991-2159C3AD4EE0}"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60" name="PlaceHolder 1"/>
          <p:cNvSpPr>
            <a:spLocks noGrp="1"/>
          </p:cNvSpPr>
          <p:nvPr>
            <p:ph type="sldNum" idx="4"/>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18AC332F-65DE-4718-A3FB-3A3DC7D7B448}"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61"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ol Tablo-Grafik-Video Sağ Yazı">
    <p:bg>
      <p:bgPr>
        <a:solidFill>
          <a:srgbClr val="FFFFFF"/>
        </a:solidFill>
        <a:effectLst/>
      </p:bgPr>
    </p:bg>
    <p:spTree>
      <p:nvGrpSpPr>
        <p:cNvPr id="1" name=""/>
        <p:cNvGrpSpPr/>
        <p:nvPr/>
      </p:nvGrpSpPr>
      <p:grpSpPr>
        <a:xfrm>
          <a:off x="0" y="0"/>
          <a:ext cx="0" cy="0"/>
          <a:chOff x="0" y="0"/>
          <a:chExt cx="0" cy="0"/>
        </a:xfrm>
      </p:grpSpPr>
      <p:pic>
        <p:nvPicPr>
          <p:cNvPr id="62" name="Resim 6"/>
          <p:cNvPicPr/>
          <p:nvPr/>
        </p:nvPicPr>
        <p:blipFill>
          <a:blip r:embed="rId2"/>
          <a:stretch/>
        </p:blipFill>
        <p:spPr>
          <a:xfrm>
            <a:off x="277920" y="216360"/>
            <a:ext cx="1727640" cy="625680"/>
          </a:xfrm>
          <a:prstGeom prst="rect">
            <a:avLst/>
          </a:prstGeom>
          <a:noFill/>
          <a:ln w="0">
            <a:noFill/>
          </a:ln>
        </p:spPr>
      </p:pic>
      <p:sp>
        <p:nvSpPr>
          <p:cNvPr id="63"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64"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98A1580B-60FE-4676-9907-524C3F24881D}"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65" name="PlaceHolder 1"/>
          <p:cNvSpPr>
            <a:spLocks noGrp="1"/>
          </p:cNvSpPr>
          <p:nvPr>
            <p:ph type="sldNum" idx="5"/>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39ABA0D8-A160-44ED-901F-9E2006F52663}"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66" name="PlaceHolder 2"/>
          <p:cNvSpPr>
            <a:spLocks noGrp="1"/>
          </p:cNvSpPr>
          <p:nvPr>
            <p:ph type="body" hasCustomPrompt="1"/>
          </p:nvPr>
        </p:nvSpPr>
        <p:spPr>
          <a:xfrm>
            <a:off x="6433920" y="1230480"/>
            <a:ext cx="5419440" cy="516672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vel placerat sit amet nisl vel tincidunt sit amet nisl placerat. Nam mauris eros, vel placerat.</a:t>
            </a:r>
            <a:endParaRPr lang="tr-TR" sz="2000" b="0" u="none" strike="noStrike">
              <a:solidFill>
                <a:schemeClr val="lt1">
                  <a:lumMod val="50000"/>
                </a:schemeClr>
              </a:solidFill>
              <a:effectLst/>
              <a:uFillTx/>
              <a:latin typeface="Calibri"/>
            </a:endParaRPr>
          </a:p>
        </p:txBody>
      </p:sp>
      <p:sp>
        <p:nvSpPr>
          <p:cNvPr id="67" name="PlaceHolder 3"/>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lt1">
                  <a:lumMod val="50000"/>
                </a:schemeClr>
              </a:solidFill>
              <a:effectLst/>
              <a:uFillTx/>
              <a:latin typeface="Calibri"/>
            </a:endParaRPr>
          </a:p>
        </p:txBody>
      </p:sp>
      <p:sp>
        <p:nvSpPr>
          <p:cNvPr id="68" name="PlaceHolder 4"/>
          <p:cNvSpPr>
            <a:spLocks noGrp="1"/>
          </p:cNvSpPr>
          <p:nvPr>
            <p:ph type="body"/>
          </p:nvPr>
        </p:nvSpPr>
        <p:spPr>
          <a:xfrm>
            <a:off x="322200" y="1230480"/>
            <a:ext cx="5773320" cy="51667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808080"/>
              </a:buClr>
              <a:buFont typeface="Arial"/>
              <a:buChar char="•"/>
              <a:tabLst>
                <a:tab pos="0" algn="l"/>
              </a:tabLst>
              <a:defRPr lang="tr-TR" sz="2800" b="0" u="none" strike="noStrike">
                <a:solidFill>
                  <a:schemeClr val="lt1">
                    <a:lumMod val="50000"/>
                  </a:schemeClr>
                </a:solidFill>
                <a:effectLst/>
                <a:uFillTx/>
                <a:latin typeface="Calibri"/>
              </a:defRPr>
            </a:lvl1pPr>
            <a:lvl2pPr lvl="1" algn="l" defTabSz="914400">
              <a:lnSpc>
                <a:spcPct val="90000"/>
              </a:lnSpc>
              <a:spcBef>
                <a:spcPts val="499"/>
              </a:spcBef>
              <a:buClr>
                <a:srgbClr val="808080"/>
              </a:buClr>
              <a:buFont typeface="Arial"/>
              <a:buChar char="•"/>
              <a:tabLst>
                <a:tab pos="0" algn="l"/>
              </a:tabLst>
              <a:defRPr lang="tr-TR" sz="2400" b="0" u="none" strike="noStrike">
                <a:solidFill>
                  <a:schemeClr val="lt1">
                    <a:lumMod val="50000"/>
                  </a:schemeClr>
                </a:solidFill>
                <a:effectLst/>
                <a:uFillTx/>
                <a:latin typeface="Calibri"/>
              </a:defRPr>
            </a:lvl2pPr>
            <a:lvl3pPr lvl="2" algn="l" defTabSz="914400">
              <a:lnSpc>
                <a:spcPct val="90000"/>
              </a:lnSpc>
              <a:spcBef>
                <a:spcPts val="499"/>
              </a:spcBef>
              <a:buClr>
                <a:srgbClr val="808080"/>
              </a:buClr>
              <a:buFont typeface="Arial"/>
              <a:buChar char="•"/>
              <a:tabLst>
                <a:tab pos="0" algn="l"/>
              </a:tabLst>
              <a:defRPr lang="tr-TR" sz="2000" b="0" u="none" strike="noStrike">
                <a:solidFill>
                  <a:schemeClr val="lt1">
                    <a:lumMod val="50000"/>
                  </a:schemeClr>
                </a:solidFill>
                <a:effectLst/>
                <a:uFillTx/>
                <a:latin typeface="Calibri"/>
              </a:defRPr>
            </a:lvl3pPr>
            <a:lvl4pPr lvl="3"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4pPr>
            <a:lvl5pPr lvl="4"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5pPr>
          </a:lstStyle>
          <a:p>
            <a:pPr marL="228600" indent="-228600" algn="l" defTabSz="914400">
              <a:lnSpc>
                <a:spcPct val="90000"/>
              </a:lnSpc>
              <a:spcBef>
                <a:spcPts val="1001"/>
              </a:spcBef>
              <a:buClr>
                <a:srgbClr val="808080"/>
              </a:buClr>
              <a:buFont typeface="Arial"/>
              <a:buChar char="•"/>
              <a:tabLst>
                <a:tab pos="0" algn="l"/>
              </a:tabLst>
            </a:pPr>
            <a:r>
              <a:rPr lang="tr-TR" sz="2800" b="0" u="none" strike="noStrike">
                <a:solidFill>
                  <a:schemeClr val="lt1">
                    <a:lumMod val="50000"/>
                  </a:schemeClr>
                </a:solidFill>
                <a:effectLst/>
                <a:uFillTx/>
                <a:latin typeface="Calibri"/>
              </a:rPr>
              <a:t>Asıl metin stillerini düzenlemek için tıklayın</a:t>
            </a:r>
          </a:p>
          <a:p>
            <a:pPr marL="685800" lvl="1" indent="-228600" algn="l" defTabSz="914400">
              <a:lnSpc>
                <a:spcPct val="90000"/>
              </a:lnSpc>
              <a:spcBef>
                <a:spcPts val="499"/>
              </a:spcBef>
              <a:buClr>
                <a:srgbClr val="808080"/>
              </a:buClr>
              <a:buFont typeface="Arial"/>
              <a:buChar char="•"/>
              <a:tabLst>
                <a:tab pos="0" algn="l"/>
              </a:tabLst>
            </a:pPr>
            <a:r>
              <a:rPr lang="tr-TR" sz="2400" b="0" u="none" strike="noStrike">
                <a:solidFill>
                  <a:schemeClr val="lt1">
                    <a:lumMod val="50000"/>
                  </a:schemeClr>
                </a:solidFill>
                <a:effectLst/>
                <a:uFillTx/>
                <a:latin typeface="Calibri"/>
              </a:rPr>
              <a:t>İkinci düzey</a:t>
            </a:r>
          </a:p>
          <a:p>
            <a:pPr marL="1143000" lvl="2" indent="-228600" algn="l" defTabSz="914400">
              <a:lnSpc>
                <a:spcPct val="90000"/>
              </a:lnSpc>
              <a:spcBef>
                <a:spcPts val="499"/>
              </a:spcBef>
              <a:buClr>
                <a:srgbClr val="808080"/>
              </a:buClr>
              <a:buFont typeface="Arial"/>
              <a:buChar char="•"/>
              <a:tabLst>
                <a:tab pos="0" algn="l"/>
              </a:tabLst>
            </a:pPr>
            <a:r>
              <a:rPr lang="tr-TR" sz="2000" b="0" u="none" strike="noStrike">
                <a:solidFill>
                  <a:schemeClr val="lt1">
                    <a:lumMod val="50000"/>
                  </a:schemeClr>
                </a:solidFill>
                <a:effectLst/>
                <a:uFillTx/>
                <a:latin typeface="Calibri"/>
              </a:rPr>
              <a:t>Üçüncü düzey</a:t>
            </a:r>
          </a:p>
          <a:p>
            <a:pPr marL="1600200" lvl="3"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Dördüncü düzey</a:t>
            </a:r>
          </a:p>
          <a:p>
            <a:pPr marL="2057400" lvl="4"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Beşinci düzey</a:t>
            </a:r>
          </a:p>
        </p:txBody>
      </p:sp>
      <p:sp>
        <p:nvSpPr>
          <p:cNvPr id="69" name="PlaceHolder 5"/>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ol iki Tablo-Grafik-Video Sağ Yazı">
    <p:bg>
      <p:bgPr>
        <a:solidFill>
          <a:srgbClr val="FFFFFF"/>
        </a:solidFill>
        <a:effectLst/>
      </p:bgPr>
    </p:bg>
    <p:spTree>
      <p:nvGrpSpPr>
        <p:cNvPr id="1" name=""/>
        <p:cNvGrpSpPr/>
        <p:nvPr/>
      </p:nvGrpSpPr>
      <p:grpSpPr>
        <a:xfrm>
          <a:off x="0" y="0"/>
          <a:ext cx="0" cy="0"/>
          <a:chOff x="0" y="0"/>
          <a:chExt cx="0" cy="0"/>
        </a:xfrm>
      </p:grpSpPr>
      <p:pic>
        <p:nvPicPr>
          <p:cNvPr id="70" name="Resim 6"/>
          <p:cNvPicPr/>
          <p:nvPr/>
        </p:nvPicPr>
        <p:blipFill>
          <a:blip r:embed="rId2"/>
          <a:stretch/>
        </p:blipFill>
        <p:spPr>
          <a:xfrm>
            <a:off x="277920" y="216360"/>
            <a:ext cx="1727640" cy="625680"/>
          </a:xfrm>
          <a:prstGeom prst="rect">
            <a:avLst/>
          </a:prstGeom>
          <a:noFill/>
          <a:ln w="0">
            <a:noFill/>
          </a:ln>
        </p:spPr>
      </p:pic>
      <p:sp>
        <p:nvSpPr>
          <p:cNvPr id="71"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72"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DBA59E43-95BE-40B9-8FAB-54B148130E04}"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73" name="PlaceHolder 1"/>
          <p:cNvSpPr>
            <a:spLocks noGrp="1"/>
          </p:cNvSpPr>
          <p:nvPr>
            <p:ph type="sldNum" idx="6"/>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710F4087-2912-4953-82F7-B173E2A9F795}"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74" name="PlaceHolder 2"/>
          <p:cNvSpPr>
            <a:spLocks noGrp="1"/>
          </p:cNvSpPr>
          <p:nvPr>
            <p:ph type="body" hasCustomPrompt="1"/>
          </p:nvPr>
        </p:nvSpPr>
        <p:spPr>
          <a:xfrm>
            <a:off x="6433920" y="1230480"/>
            <a:ext cx="5419440" cy="516672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vel placerat sit amet nisl vel tincidunt sit amet nisl placerat. Nam mauris eros, vel placerat.</a:t>
            </a:r>
            <a:endParaRPr lang="tr-TR" sz="2000" b="0" u="none" strike="noStrike">
              <a:solidFill>
                <a:schemeClr val="lt1">
                  <a:lumMod val="50000"/>
                </a:schemeClr>
              </a:solidFill>
              <a:effectLst/>
              <a:uFillTx/>
              <a:latin typeface="Calibri"/>
            </a:endParaRPr>
          </a:p>
        </p:txBody>
      </p:sp>
      <p:sp>
        <p:nvSpPr>
          <p:cNvPr id="75" name="PlaceHolder 3"/>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lt1">
                  <a:lumMod val="50000"/>
                </a:schemeClr>
              </a:solidFill>
              <a:effectLst/>
              <a:uFillTx/>
              <a:latin typeface="Calibri"/>
            </a:endParaRPr>
          </a:p>
        </p:txBody>
      </p:sp>
      <p:sp>
        <p:nvSpPr>
          <p:cNvPr id="76" name="PlaceHolder 4"/>
          <p:cNvSpPr>
            <a:spLocks noGrp="1"/>
          </p:cNvSpPr>
          <p:nvPr>
            <p:ph type="body"/>
          </p:nvPr>
        </p:nvSpPr>
        <p:spPr>
          <a:xfrm>
            <a:off x="322200" y="1230480"/>
            <a:ext cx="5773320" cy="25362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808080"/>
              </a:buClr>
              <a:buFont typeface="Arial"/>
              <a:buChar char="•"/>
              <a:tabLst>
                <a:tab pos="0" algn="l"/>
              </a:tabLst>
              <a:defRPr lang="tr-TR" sz="2800" b="0" u="none" strike="noStrike">
                <a:solidFill>
                  <a:schemeClr val="lt1">
                    <a:lumMod val="50000"/>
                  </a:schemeClr>
                </a:solidFill>
                <a:effectLst/>
                <a:uFillTx/>
                <a:latin typeface="Calibri"/>
              </a:defRPr>
            </a:lvl1pPr>
            <a:lvl2pPr lvl="1" algn="l" defTabSz="914400">
              <a:lnSpc>
                <a:spcPct val="90000"/>
              </a:lnSpc>
              <a:spcBef>
                <a:spcPts val="499"/>
              </a:spcBef>
              <a:buClr>
                <a:srgbClr val="808080"/>
              </a:buClr>
              <a:buFont typeface="Arial"/>
              <a:buChar char="•"/>
              <a:tabLst>
                <a:tab pos="0" algn="l"/>
              </a:tabLst>
              <a:defRPr lang="tr-TR" sz="2400" b="0" u="none" strike="noStrike">
                <a:solidFill>
                  <a:schemeClr val="lt1">
                    <a:lumMod val="50000"/>
                  </a:schemeClr>
                </a:solidFill>
                <a:effectLst/>
                <a:uFillTx/>
                <a:latin typeface="Calibri"/>
              </a:defRPr>
            </a:lvl2pPr>
            <a:lvl3pPr lvl="2" algn="l" defTabSz="914400">
              <a:lnSpc>
                <a:spcPct val="90000"/>
              </a:lnSpc>
              <a:spcBef>
                <a:spcPts val="499"/>
              </a:spcBef>
              <a:buClr>
                <a:srgbClr val="808080"/>
              </a:buClr>
              <a:buFont typeface="Arial"/>
              <a:buChar char="•"/>
              <a:tabLst>
                <a:tab pos="0" algn="l"/>
              </a:tabLst>
              <a:defRPr lang="tr-TR" sz="2000" b="0" u="none" strike="noStrike">
                <a:solidFill>
                  <a:schemeClr val="lt1">
                    <a:lumMod val="50000"/>
                  </a:schemeClr>
                </a:solidFill>
                <a:effectLst/>
                <a:uFillTx/>
                <a:latin typeface="Calibri"/>
              </a:defRPr>
            </a:lvl3pPr>
            <a:lvl4pPr lvl="3"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4pPr>
            <a:lvl5pPr lvl="4"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5pPr>
          </a:lstStyle>
          <a:p>
            <a:pPr marL="228600" indent="-228600" algn="l" defTabSz="914400">
              <a:lnSpc>
                <a:spcPct val="90000"/>
              </a:lnSpc>
              <a:spcBef>
                <a:spcPts val="1001"/>
              </a:spcBef>
              <a:buClr>
                <a:srgbClr val="808080"/>
              </a:buClr>
              <a:buFont typeface="Arial"/>
              <a:buChar char="•"/>
              <a:tabLst>
                <a:tab pos="0" algn="l"/>
              </a:tabLst>
            </a:pPr>
            <a:r>
              <a:rPr lang="tr-TR" sz="2800" b="0" u="none" strike="noStrike">
                <a:solidFill>
                  <a:schemeClr val="lt1">
                    <a:lumMod val="50000"/>
                  </a:schemeClr>
                </a:solidFill>
                <a:effectLst/>
                <a:uFillTx/>
                <a:latin typeface="Calibri"/>
              </a:rPr>
              <a:t>Asıl metin stillerini düzenlemek için tıklayın</a:t>
            </a:r>
          </a:p>
          <a:p>
            <a:pPr marL="685800" lvl="1" indent="-228600" algn="l" defTabSz="914400">
              <a:lnSpc>
                <a:spcPct val="90000"/>
              </a:lnSpc>
              <a:spcBef>
                <a:spcPts val="499"/>
              </a:spcBef>
              <a:buClr>
                <a:srgbClr val="808080"/>
              </a:buClr>
              <a:buFont typeface="Arial"/>
              <a:buChar char="•"/>
              <a:tabLst>
                <a:tab pos="0" algn="l"/>
              </a:tabLst>
            </a:pPr>
            <a:r>
              <a:rPr lang="tr-TR" sz="2400" b="0" u="none" strike="noStrike">
                <a:solidFill>
                  <a:schemeClr val="lt1">
                    <a:lumMod val="50000"/>
                  </a:schemeClr>
                </a:solidFill>
                <a:effectLst/>
                <a:uFillTx/>
                <a:latin typeface="Calibri"/>
              </a:rPr>
              <a:t>İkinci düzey</a:t>
            </a:r>
          </a:p>
          <a:p>
            <a:pPr marL="1143000" lvl="2" indent="-228600" algn="l" defTabSz="914400">
              <a:lnSpc>
                <a:spcPct val="90000"/>
              </a:lnSpc>
              <a:spcBef>
                <a:spcPts val="499"/>
              </a:spcBef>
              <a:buClr>
                <a:srgbClr val="808080"/>
              </a:buClr>
              <a:buFont typeface="Arial"/>
              <a:buChar char="•"/>
              <a:tabLst>
                <a:tab pos="0" algn="l"/>
              </a:tabLst>
            </a:pPr>
            <a:r>
              <a:rPr lang="tr-TR" sz="2000" b="0" u="none" strike="noStrike">
                <a:solidFill>
                  <a:schemeClr val="lt1">
                    <a:lumMod val="50000"/>
                  </a:schemeClr>
                </a:solidFill>
                <a:effectLst/>
                <a:uFillTx/>
                <a:latin typeface="Calibri"/>
              </a:rPr>
              <a:t>Üçüncü düzey</a:t>
            </a:r>
          </a:p>
          <a:p>
            <a:pPr marL="1600200" lvl="3"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Dördüncü düzey</a:t>
            </a:r>
          </a:p>
          <a:p>
            <a:pPr marL="2057400" lvl="4"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Beşinci düzey</a:t>
            </a:r>
          </a:p>
        </p:txBody>
      </p:sp>
      <p:sp>
        <p:nvSpPr>
          <p:cNvPr id="77" name="PlaceHolder 5"/>
          <p:cNvSpPr>
            <a:spLocks noGrp="1"/>
          </p:cNvSpPr>
          <p:nvPr>
            <p:ph type="body"/>
          </p:nvPr>
        </p:nvSpPr>
        <p:spPr>
          <a:xfrm>
            <a:off x="322200" y="3864240"/>
            <a:ext cx="5773320" cy="25362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808080"/>
              </a:buClr>
              <a:buFont typeface="Arial"/>
              <a:buChar char="•"/>
              <a:tabLst>
                <a:tab pos="0" algn="l"/>
              </a:tabLst>
              <a:defRPr lang="tr-TR" sz="2800" b="0" u="none" strike="noStrike">
                <a:solidFill>
                  <a:schemeClr val="lt1">
                    <a:lumMod val="50000"/>
                  </a:schemeClr>
                </a:solidFill>
                <a:effectLst/>
                <a:uFillTx/>
                <a:latin typeface="Calibri"/>
              </a:defRPr>
            </a:lvl1pPr>
            <a:lvl2pPr lvl="1" algn="l" defTabSz="914400">
              <a:lnSpc>
                <a:spcPct val="90000"/>
              </a:lnSpc>
              <a:spcBef>
                <a:spcPts val="499"/>
              </a:spcBef>
              <a:buClr>
                <a:srgbClr val="808080"/>
              </a:buClr>
              <a:buFont typeface="Arial"/>
              <a:buChar char="•"/>
              <a:tabLst>
                <a:tab pos="0" algn="l"/>
              </a:tabLst>
              <a:defRPr lang="tr-TR" sz="2400" b="0" u="none" strike="noStrike">
                <a:solidFill>
                  <a:schemeClr val="lt1">
                    <a:lumMod val="50000"/>
                  </a:schemeClr>
                </a:solidFill>
                <a:effectLst/>
                <a:uFillTx/>
                <a:latin typeface="Calibri"/>
              </a:defRPr>
            </a:lvl2pPr>
            <a:lvl3pPr lvl="2" algn="l" defTabSz="914400">
              <a:lnSpc>
                <a:spcPct val="90000"/>
              </a:lnSpc>
              <a:spcBef>
                <a:spcPts val="499"/>
              </a:spcBef>
              <a:buClr>
                <a:srgbClr val="808080"/>
              </a:buClr>
              <a:buFont typeface="Arial"/>
              <a:buChar char="•"/>
              <a:tabLst>
                <a:tab pos="0" algn="l"/>
              </a:tabLst>
              <a:defRPr lang="tr-TR" sz="2000" b="0" u="none" strike="noStrike">
                <a:solidFill>
                  <a:schemeClr val="lt1">
                    <a:lumMod val="50000"/>
                  </a:schemeClr>
                </a:solidFill>
                <a:effectLst/>
                <a:uFillTx/>
                <a:latin typeface="Calibri"/>
              </a:defRPr>
            </a:lvl3pPr>
            <a:lvl4pPr lvl="3"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4pPr>
            <a:lvl5pPr lvl="4"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5pPr>
          </a:lstStyle>
          <a:p>
            <a:pPr marL="228600" indent="-228600" algn="l" defTabSz="914400">
              <a:lnSpc>
                <a:spcPct val="90000"/>
              </a:lnSpc>
              <a:spcBef>
                <a:spcPts val="1001"/>
              </a:spcBef>
              <a:buClr>
                <a:srgbClr val="808080"/>
              </a:buClr>
              <a:buFont typeface="Arial"/>
              <a:buChar char="•"/>
              <a:tabLst>
                <a:tab pos="0" algn="l"/>
              </a:tabLst>
            </a:pPr>
            <a:r>
              <a:rPr lang="tr-TR" sz="2800" b="0" u="none" strike="noStrike">
                <a:solidFill>
                  <a:schemeClr val="lt1">
                    <a:lumMod val="50000"/>
                  </a:schemeClr>
                </a:solidFill>
                <a:effectLst/>
                <a:uFillTx/>
                <a:latin typeface="Calibri"/>
              </a:rPr>
              <a:t>Asıl metin stillerini düzenlemek için tıklayın</a:t>
            </a:r>
          </a:p>
          <a:p>
            <a:pPr marL="685800" lvl="1" indent="-228600" algn="l" defTabSz="914400">
              <a:lnSpc>
                <a:spcPct val="90000"/>
              </a:lnSpc>
              <a:spcBef>
                <a:spcPts val="499"/>
              </a:spcBef>
              <a:buClr>
                <a:srgbClr val="808080"/>
              </a:buClr>
              <a:buFont typeface="Arial"/>
              <a:buChar char="•"/>
              <a:tabLst>
                <a:tab pos="0" algn="l"/>
              </a:tabLst>
            </a:pPr>
            <a:r>
              <a:rPr lang="tr-TR" sz="2400" b="0" u="none" strike="noStrike">
                <a:solidFill>
                  <a:schemeClr val="lt1">
                    <a:lumMod val="50000"/>
                  </a:schemeClr>
                </a:solidFill>
                <a:effectLst/>
                <a:uFillTx/>
                <a:latin typeface="Calibri"/>
              </a:rPr>
              <a:t>İkinci düzey</a:t>
            </a:r>
          </a:p>
          <a:p>
            <a:pPr marL="1143000" lvl="2" indent="-228600" algn="l" defTabSz="914400">
              <a:lnSpc>
                <a:spcPct val="90000"/>
              </a:lnSpc>
              <a:spcBef>
                <a:spcPts val="499"/>
              </a:spcBef>
              <a:buClr>
                <a:srgbClr val="808080"/>
              </a:buClr>
              <a:buFont typeface="Arial"/>
              <a:buChar char="•"/>
              <a:tabLst>
                <a:tab pos="0" algn="l"/>
              </a:tabLst>
            </a:pPr>
            <a:r>
              <a:rPr lang="tr-TR" sz="2000" b="0" u="none" strike="noStrike">
                <a:solidFill>
                  <a:schemeClr val="lt1">
                    <a:lumMod val="50000"/>
                  </a:schemeClr>
                </a:solidFill>
                <a:effectLst/>
                <a:uFillTx/>
                <a:latin typeface="Calibri"/>
              </a:rPr>
              <a:t>Üçüncü düzey</a:t>
            </a:r>
          </a:p>
          <a:p>
            <a:pPr marL="1600200" lvl="3"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Dördüncü düzey</a:t>
            </a:r>
          </a:p>
          <a:p>
            <a:pPr marL="2057400" lvl="4"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Beşinci düzey</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ğ Tablo-Grafik-Video Sol Yazı">
    <p:bg>
      <p:bgPr>
        <a:solidFill>
          <a:srgbClr val="FFFFFF"/>
        </a:solidFill>
        <a:effectLst/>
      </p:bgPr>
    </p:bg>
    <p:spTree>
      <p:nvGrpSpPr>
        <p:cNvPr id="1" name=""/>
        <p:cNvGrpSpPr/>
        <p:nvPr/>
      </p:nvGrpSpPr>
      <p:grpSpPr>
        <a:xfrm>
          <a:off x="0" y="0"/>
          <a:ext cx="0" cy="0"/>
          <a:chOff x="0" y="0"/>
          <a:chExt cx="0" cy="0"/>
        </a:xfrm>
      </p:grpSpPr>
      <p:pic>
        <p:nvPicPr>
          <p:cNvPr id="78" name="Resim 6"/>
          <p:cNvPicPr/>
          <p:nvPr/>
        </p:nvPicPr>
        <p:blipFill>
          <a:blip r:embed="rId2"/>
          <a:stretch/>
        </p:blipFill>
        <p:spPr>
          <a:xfrm>
            <a:off x="277920" y="216360"/>
            <a:ext cx="1727640" cy="625680"/>
          </a:xfrm>
          <a:prstGeom prst="rect">
            <a:avLst/>
          </a:prstGeom>
          <a:noFill/>
          <a:ln w="0">
            <a:noFill/>
          </a:ln>
        </p:spPr>
      </p:pic>
      <p:sp>
        <p:nvSpPr>
          <p:cNvPr id="79"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80"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63762120-16A6-4106-9C77-301A7414B1ED}"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81" name="PlaceHolder 1"/>
          <p:cNvSpPr>
            <a:spLocks noGrp="1"/>
          </p:cNvSpPr>
          <p:nvPr>
            <p:ph type="sldNum" idx="7"/>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AF80FE26-5FA6-45A7-8B7F-529C6A9B5361}"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82" name="PlaceHolder 2"/>
          <p:cNvSpPr>
            <a:spLocks noGrp="1"/>
          </p:cNvSpPr>
          <p:nvPr>
            <p:ph type="body" hasCustomPrompt="1"/>
          </p:nvPr>
        </p:nvSpPr>
        <p:spPr>
          <a:xfrm>
            <a:off x="322200" y="1230480"/>
            <a:ext cx="5419440" cy="516672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vel placerat sit amet nisl vel tincidunt sit amet nisl placerat. Nam mauris eros, vel placerat.</a:t>
            </a:r>
            <a:endParaRPr lang="tr-TR" sz="2000" b="0" u="none" strike="noStrike">
              <a:solidFill>
                <a:schemeClr val="lt1">
                  <a:lumMod val="50000"/>
                </a:schemeClr>
              </a:solidFill>
              <a:effectLst/>
              <a:uFillTx/>
              <a:latin typeface="Calibri"/>
            </a:endParaRPr>
          </a:p>
        </p:txBody>
      </p:sp>
      <p:sp>
        <p:nvSpPr>
          <p:cNvPr id="83" name="PlaceHolder 3"/>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lt1">
                  <a:lumMod val="50000"/>
                </a:schemeClr>
              </a:solidFill>
              <a:effectLst/>
              <a:uFillTx/>
              <a:latin typeface="Calibri"/>
            </a:endParaRPr>
          </a:p>
        </p:txBody>
      </p:sp>
      <p:sp>
        <p:nvSpPr>
          <p:cNvPr id="84" name="PlaceHolder 4"/>
          <p:cNvSpPr>
            <a:spLocks noGrp="1"/>
          </p:cNvSpPr>
          <p:nvPr>
            <p:ph type="body"/>
          </p:nvPr>
        </p:nvSpPr>
        <p:spPr>
          <a:xfrm>
            <a:off x="6067080" y="1230480"/>
            <a:ext cx="5773320" cy="51667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808080"/>
              </a:buClr>
              <a:buFont typeface="Arial"/>
              <a:buChar char="•"/>
              <a:tabLst>
                <a:tab pos="0" algn="l"/>
              </a:tabLst>
              <a:defRPr lang="tr-TR" sz="2800" b="0" u="none" strike="noStrike">
                <a:solidFill>
                  <a:schemeClr val="lt1">
                    <a:lumMod val="50000"/>
                  </a:schemeClr>
                </a:solidFill>
                <a:effectLst/>
                <a:uFillTx/>
                <a:latin typeface="Calibri"/>
              </a:defRPr>
            </a:lvl1pPr>
            <a:lvl2pPr lvl="1" algn="l" defTabSz="914400">
              <a:lnSpc>
                <a:spcPct val="90000"/>
              </a:lnSpc>
              <a:spcBef>
                <a:spcPts val="499"/>
              </a:spcBef>
              <a:buClr>
                <a:srgbClr val="808080"/>
              </a:buClr>
              <a:buFont typeface="Arial"/>
              <a:buChar char="•"/>
              <a:tabLst>
                <a:tab pos="0" algn="l"/>
              </a:tabLst>
              <a:defRPr lang="tr-TR" sz="2400" b="0" u="none" strike="noStrike">
                <a:solidFill>
                  <a:schemeClr val="lt1">
                    <a:lumMod val="50000"/>
                  </a:schemeClr>
                </a:solidFill>
                <a:effectLst/>
                <a:uFillTx/>
                <a:latin typeface="Calibri"/>
              </a:defRPr>
            </a:lvl2pPr>
            <a:lvl3pPr lvl="2" algn="l" defTabSz="914400">
              <a:lnSpc>
                <a:spcPct val="90000"/>
              </a:lnSpc>
              <a:spcBef>
                <a:spcPts val="499"/>
              </a:spcBef>
              <a:buClr>
                <a:srgbClr val="808080"/>
              </a:buClr>
              <a:buFont typeface="Arial"/>
              <a:buChar char="•"/>
              <a:tabLst>
                <a:tab pos="0" algn="l"/>
              </a:tabLst>
              <a:defRPr lang="tr-TR" sz="2000" b="0" u="none" strike="noStrike">
                <a:solidFill>
                  <a:schemeClr val="lt1">
                    <a:lumMod val="50000"/>
                  </a:schemeClr>
                </a:solidFill>
                <a:effectLst/>
                <a:uFillTx/>
                <a:latin typeface="Calibri"/>
              </a:defRPr>
            </a:lvl3pPr>
            <a:lvl4pPr lvl="3"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4pPr>
            <a:lvl5pPr lvl="4"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5pPr>
          </a:lstStyle>
          <a:p>
            <a:pPr marL="228600" indent="-228600" algn="l" defTabSz="914400">
              <a:lnSpc>
                <a:spcPct val="90000"/>
              </a:lnSpc>
              <a:spcBef>
                <a:spcPts val="1001"/>
              </a:spcBef>
              <a:buClr>
                <a:srgbClr val="808080"/>
              </a:buClr>
              <a:buFont typeface="Arial"/>
              <a:buChar char="•"/>
              <a:tabLst>
                <a:tab pos="0" algn="l"/>
              </a:tabLst>
            </a:pPr>
            <a:r>
              <a:rPr lang="tr-TR" sz="2800" b="0" u="none" strike="noStrike">
                <a:solidFill>
                  <a:schemeClr val="lt1">
                    <a:lumMod val="50000"/>
                  </a:schemeClr>
                </a:solidFill>
                <a:effectLst/>
                <a:uFillTx/>
                <a:latin typeface="Calibri"/>
              </a:rPr>
              <a:t>Asıl metin stillerini düzenlemek için tıklayın</a:t>
            </a:r>
          </a:p>
          <a:p>
            <a:pPr marL="685800" lvl="1" indent="-228600" algn="l" defTabSz="914400">
              <a:lnSpc>
                <a:spcPct val="90000"/>
              </a:lnSpc>
              <a:spcBef>
                <a:spcPts val="499"/>
              </a:spcBef>
              <a:buClr>
                <a:srgbClr val="808080"/>
              </a:buClr>
              <a:buFont typeface="Arial"/>
              <a:buChar char="•"/>
              <a:tabLst>
                <a:tab pos="0" algn="l"/>
              </a:tabLst>
            </a:pPr>
            <a:r>
              <a:rPr lang="tr-TR" sz="2400" b="0" u="none" strike="noStrike">
                <a:solidFill>
                  <a:schemeClr val="lt1">
                    <a:lumMod val="50000"/>
                  </a:schemeClr>
                </a:solidFill>
                <a:effectLst/>
                <a:uFillTx/>
                <a:latin typeface="Calibri"/>
              </a:rPr>
              <a:t>İkinci düzey</a:t>
            </a:r>
          </a:p>
          <a:p>
            <a:pPr marL="1143000" lvl="2" indent="-228600" algn="l" defTabSz="914400">
              <a:lnSpc>
                <a:spcPct val="90000"/>
              </a:lnSpc>
              <a:spcBef>
                <a:spcPts val="499"/>
              </a:spcBef>
              <a:buClr>
                <a:srgbClr val="808080"/>
              </a:buClr>
              <a:buFont typeface="Arial"/>
              <a:buChar char="•"/>
              <a:tabLst>
                <a:tab pos="0" algn="l"/>
              </a:tabLst>
            </a:pPr>
            <a:r>
              <a:rPr lang="tr-TR" sz="2000" b="0" u="none" strike="noStrike">
                <a:solidFill>
                  <a:schemeClr val="lt1">
                    <a:lumMod val="50000"/>
                  </a:schemeClr>
                </a:solidFill>
                <a:effectLst/>
                <a:uFillTx/>
                <a:latin typeface="Calibri"/>
              </a:rPr>
              <a:t>Üçüncü düzey</a:t>
            </a:r>
          </a:p>
          <a:p>
            <a:pPr marL="1600200" lvl="3"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Dördüncü düzey</a:t>
            </a:r>
          </a:p>
          <a:p>
            <a:pPr marL="2057400" lvl="4"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Beşinci düzey</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ağ iki Tablo-Grafik-Video Sol Yazı">
    <p:bg>
      <p:bgPr>
        <a:solidFill>
          <a:srgbClr val="FFFFFF"/>
        </a:solidFill>
        <a:effectLst/>
      </p:bgPr>
    </p:bg>
    <p:spTree>
      <p:nvGrpSpPr>
        <p:cNvPr id="1" name=""/>
        <p:cNvGrpSpPr/>
        <p:nvPr/>
      </p:nvGrpSpPr>
      <p:grpSpPr>
        <a:xfrm>
          <a:off x="0" y="0"/>
          <a:ext cx="0" cy="0"/>
          <a:chOff x="0" y="0"/>
          <a:chExt cx="0" cy="0"/>
        </a:xfrm>
      </p:grpSpPr>
      <p:pic>
        <p:nvPicPr>
          <p:cNvPr id="85" name="Resim 6"/>
          <p:cNvPicPr/>
          <p:nvPr/>
        </p:nvPicPr>
        <p:blipFill>
          <a:blip r:embed="rId2"/>
          <a:stretch/>
        </p:blipFill>
        <p:spPr>
          <a:xfrm>
            <a:off x="277920" y="216360"/>
            <a:ext cx="1727640" cy="625680"/>
          </a:xfrm>
          <a:prstGeom prst="rect">
            <a:avLst/>
          </a:prstGeom>
          <a:noFill/>
          <a:ln w="0">
            <a:noFill/>
          </a:ln>
        </p:spPr>
      </p:pic>
      <p:sp>
        <p:nvSpPr>
          <p:cNvPr id="86"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87"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93861BB9-F6FC-4DBD-B4DF-03F4025B2A09}"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88" name="PlaceHolder 1"/>
          <p:cNvSpPr>
            <a:spLocks noGrp="1"/>
          </p:cNvSpPr>
          <p:nvPr>
            <p:ph type="sldNum" idx="8"/>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5A96256D-3B55-4A3C-B514-6DC8DC3A3906}"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89" name="PlaceHolder 2"/>
          <p:cNvSpPr>
            <a:spLocks noGrp="1"/>
          </p:cNvSpPr>
          <p:nvPr>
            <p:ph type="body" hasCustomPrompt="1"/>
          </p:nvPr>
        </p:nvSpPr>
        <p:spPr>
          <a:xfrm>
            <a:off x="322200" y="1230480"/>
            <a:ext cx="5419440" cy="516672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vel placerat sit amet nisl vel tincidunt sit amet nisl placerat. Nam mauris eros, vel placerat.</a:t>
            </a:r>
            <a:endParaRPr lang="tr-TR" sz="2000" b="0" u="none" strike="noStrike">
              <a:solidFill>
                <a:schemeClr val="lt1">
                  <a:lumMod val="50000"/>
                </a:schemeClr>
              </a:solidFill>
              <a:effectLst/>
              <a:uFillTx/>
              <a:latin typeface="Calibri"/>
            </a:endParaRPr>
          </a:p>
        </p:txBody>
      </p:sp>
      <p:sp>
        <p:nvSpPr>
          <p:cNvPr id="90" name="PlaceHolder 3"/>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lt1">
                  <a:lumMod val="50000"/>
                </a:schemeClr>
              </a:solidFill>
              <a:effectLst/>
              <a:uFillTx/>
              <a:latin typeface="Calibri"/>
            </a:endParaRPr>
          </a:p>
        </p:txBody>
      </p:sp>
      <p:sp>
        <p:nvSpPr>
          <p:cNvPr id="91" name="PlaceHolder 4"/>
          <p:cNvSpPr>
            <a:spLocks noGrp="1"/>
          </p:cNvSpPr>
          <p:nvPr>
            <p:ph type="body"/>
          </p:nvPr>
        </p:nvSpPr>
        <p:spPr>
          <a:xfrm>
            <a:off x="6095880" y="1230480"/>
            <a:ext cx="5773320" cy="25362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808080"/>
              </a:buClr>
              <a:buFont typeface="Arial"/>
              <a:buChar char="•"/>
              <a:tabLst>
                <a:tab pos="0" algn="l"/>
              </a:tabLst>
              <a:defRPr lang="tr-TR" sz="2800" b="0" u="none" strike="noStrike">
                <a:solidFill>
                  <a:schemeClr val="lt1">
                    <a:lumMod val="50000"/>
                  </a:schemeClr>
                </a:solidFill>
                <a:effectLst/>
                <a:uFillTx/>
                <a:latin typeface="Calibri"/>
              </a:defRPr>
            </a:lvl1pPr>
            <a:lvl2pPr lvl="1" algn="l" defTabSz="914400">
              <a:lnSpc>
                <a:spcPct val="90000"/>
              </a:lnSpc>
              <a:spcBef>
                <a:spcPts val="499"/>
              </a:spcBef>
              <a:buClr>
                <a:srgbClr val="808080"/>
              </a:buClr>
              <a:buFont typeface="Arial"/>
              <a:buChar char="•"/>
              <a:tabLst>
                <a:tab pos="0" algn="l"/>
              </a:tabLst>
              <a:defRPr lang="tr-TR" sz="2400" b="0" u="none" strike="noStrike">
                <a:solidFill>
                  <a:schemeClr val="lt1">
                    <a:lumMod val="50000"/>
                  </a:schemeClr>
                </a:solidFill>
                <a:effectLst/>
                <a:uFillTx/>
                <a:latin typeface="Calibri"/>
              </a:defRPr>
            </a:lvl2pPr>
            <a:lvl3pPr lvl="2" algn="l" defTabSz="914400">
              <a:lnSpc>
                <a:spcPct val="90000"/>
              </a:lnSpc>
              <a:spcBef>
                <a:spcPts val="499"/>
              </a:spcBef>
              <a:buClr>
                <a:srgbClr val="808080"/>
              </a:buClr>
              <a:buFont typeface="Arial"/>
              <a:buChar char="•"/>
              <a:tabLst>
                <a:tab pos="0" algn="l"/>
              </a:tabLst>
              <a:defRPr lang="tr-TR" sz="2000" b="0" u="none" strike="noStrike">
                <a:solidFill>
                  <a:schemeClr val="lt1">
                    <a:lumMod val="50000"/>
                  </a:schemeClr>
                </a:solidFill>
                <a:effectLst/>
                <a:uFillTx/>
                <a:latin typeface="Calibri"/>
              </a:defRPr>
            </a:lvl3pPr>
            <a:lvl4pPr lvl="3"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4pPr>
            <a:lvl5pPr lvl="4"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5pPr>
          </a:lstStyle>
          <a:p>
            <a:pPr marL="228600" indent="-228600" algn="l" defTabSz="914400">
              <a:lnSpc>
                <a:spcPct val="90000"/>
              </a:lnSpc>
              <a:spcBef>
                <a:spcPts val="1001"/>
              </a:spcBef>
              <a:buClr>
                <a:srgbClr val="808080"/>
              </a:buClr>
              <a:buFont typeface="Arial"/>
              <a:buChar char="•"/>
              <a:tabLst>
                <a:tab pos="0" algn="l"/>
              </a:tabLst>
            </a:pPr>
            <a:r>
              <a:rPr lang="tr-TR" sz="2800" b="0" u="none" strike="noStrike">
                <a:solidFill>
                  <a:schemeClr val="lt1">
                    <a:lumMod val="50000"/>
                  </a:schemeClr>
                </a:solidFill>
                <a:effectLst/>
                <a:uFillTx/>
                <a:latin typeface="Calibri"/>
              </a:rPr>
              <a:t>Asıl metin stillerini düzenlemek için tıklayın</a:t>
            </a:r>
          </a:p>
          <a:p>
            <a:pPr marL="685800" lvl="1" indent="-228600" algn="l" defTabSz="914400">
              <a:lnSpc>
                <a:spcPct val="90000"/>
              </a:lnSpc>
              <a:spcBef>
                <a:spcPts val="499"/>
              </a:spcBef>
              <a:buClr>
                <a:srgbClr val="808080"/>
              </a:buClr>
              <a:buFont typeface="Arial"/>
              <a:buChar char="•"/>
              <a:tabLst>
                <a:tab pos="0" algn="l"/>
              </a:tabLst>
            </a:pPr>
            <a:r>
              <a:rPr lang="tr-TR" sz="2400" b="0" u="none" strike="noStrike">
                <a:solidFill>
                  <a:schemeClr val="lt1">
                    <a:lumMod val="50000"/>
                  </a:schemeClr>
                </a:solidFill>
                <a:effectLst/>
                <a:uFillTx/>
                <a:latin typeface="Calibri"/>
              </a:rPr>
              <a:t>İkinci düzey</a:t>
            </a:r>
          </a:p>
          <a:p>
            <a:pPr marL="1143000" lvl="2" indent="-228600" algn="l" defTabSz="914400">
              <a:lnSpc>
                <a:spcPct val="90000"/>
              </a:lnSpc>
              <a:spcBef>
                <a:spcPts val="499"/>
              </a:spcBef>
              <a:buClr>
                <a:srgbClr val="808080"/>
              </a:buClr>
              <a:buFont typeface="Arial"/>
              <a:buChar char="•"/>
              <a:tabLst>
                <a:tab pos="0" algn="l"/>
              </a:tabLst>
            </a:pPr>
            <a:r>
              <a:rPr lang="tr-TR" sz="2000" b="0" u="none" strike="noStrike">
                <a:solidFill>
                  <a:schemeClr val="lt1">
                    <a:lumMod val="50000"/>
                  </a:schemeClr>
                </a:solidFill>
                <a:effectLst/>
                <a:uFillTx/>
                <a:latin typeface="Calibri"/>
              </a:rPr>
              <a:t>Üçüncü düzey</a:t>
            </a:r>
          </a:p>
          <a:p>
            <a:pPr marL="1600200" lvl="3"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Dördüncü düzey</a:t>
            </a:r>
          </a:p>
          <a:p>
            <a:pPr marL="2057400" lvl="4"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Beşinci düzey</a:t>
            </a:r>
          </a:p>
        </p:txBody>
      </p:sp>
      <p:sp>
        <p:nvSpPr>
          <p:cNvPr id="92" name="PlaceHolder 5"/>
          <p:cNvSpPr>
            <a:spLocks noGrp="1"/>
          </p:cNvSpPr>
          <p:nvPr>
            <p:ph type="body"/>
          </p:nvPr>
        </p:nvSpPr>
        <p:spPr>
          <a:xfrm>
            <a:off x="6095880" y="3864240"/>
            <a:ext cx="5773320" cy="25362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808080"/>
              </a:buClr>
              <a:buFont typeface="Arial"/>
              <a:buChar char="•"/>
              <a:tabLst>
                <a:tab pos="0" algn="l"/>
              </a:tabLst>
              <a:defRPr lang="tr-TR" sz="2800" b="0" u="none" strike="noStrike">
                <a:solidFill>
                  <a:schemeClr val="lt1">
                    <a:lumMod val="50000"/>
                  </a:schemeClr>
                </a:solidFill>
                <a:effectLst/>
                <a:uFillTx/>
                <a:latin typeface="Calibri"/>
              </a:defRPr>
            </a:lvl1pPr>
            <a:lvl2pPr lvl="1" algn="l" defTabSz="914400">
              <a:lnSpc>
                <a:spcPct val="90000"/>
              </a:lnSpc>
              <a:spcBef>
                <a:spcPts val="499"/>
              </a:spcBef>
              <a:buClr>
                <a:srgbClr val="808080"/>
              </a:buClr>
              <a:buFont typeface="Arial"/>
              <a:buChar char="•"/>
              <a:tabLst>
                <a:tab pos="0" algn="l"/>
              </a:tabLst>
              <a:defRPr lang="tr-TR" sz="2400" b="0" u="none" strike="noStrike">
                <a:solidFill>
                  <a:schemeClr val="lt1">
                    <a:lumMod val="50000"/>
                  </a:schemeClr>
                </a:solidFill>
                <a:effectLst/>
                <a:uFillTx/>
                <a:latin typeface="Calibri"/>
              </a:defRPr>
            </a:lvl2pPr>
            <a:lvl3pPr lvl="2" algn="l" defTabSz="914400">
              <a:lnSpc>
                <a:spcPct val="90000"/>
              </a:lnSpc>
              <a:spcBef>
                <a:spcPts val="499"/>
              </a:spcBef>
              <a:buClr>
                <a:srgbClr val="808080"/>
              </a:buClr>
              <a:buFont typeface="Arial"/>
              <a:buChar char="•"/>
              <a:tabLst>
                <a:tab pos="0" algn="l"/>
              </a:tabLst>
              <a:defRPr lang="tr-TR" sz="2000" b="0" u="none" strike="noStrike">
                <a:solidFill>
                  <a:schemeClr val="lt1">
                    <a:lumMod val="50000"/>
                  </a:schemeClr>
                </a:solidFill>
                <a:effectLst/>
                <a:uFillTx/>
                <a:latin typeface="Calibri"/>
              </a:defRPr>
            </a:lvl3pPr>
            <a:lvl4pPr lvl="3"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4pPr>
            <a:lvl5pPr lvl="4" algn="l" defTabSz="914400">
              <a:lnSpc>
                <a:spcPct val="90000"/>
              </a:lnSpc>
              <a:spcBef>
                <a:spcPts val="499"/>
              </a:spcBef>
              <a:buClr>
                <a:srgbClr val="808080"/>
              </a:buClr>
              <a:buFont typeface="Arial"/>
              <a:buChar char="•"/>
              <a:tabLst>
                <a:tab pos="0" algn="l"/>
              </a:tabLst>
              <a:defRPr lang="tr-TR" sz="1800" b="0" u="none" strike="noStrike">
                <a:solidFill>
                  <a:schemeClr val="lt1">
                    <a:lumMod val="50000"/>
                  </a:schemeClr>
                </a:solidFill>
                <a:effectLst/>
                <a:uFillTx/>
                <a:latin typeface="Calibri"/>
              </a:defRPr>
            </a:lvl5pPr>
          </a:lstStyle>
          <a:p>
            <a:pPr marL="228600" indent="-228600" algn="l" defTabSz="914400">
              <a:lnSpc>
                <a:spcPct val="90000"/>
              </a:lnSpc>
              <a:spcBef>
                <a:spcPts val="1001"/>
              </a:spcBef>
              <a:buClr>
                <a:srgbClr val="808080"/>
              </a:buClr>
              <a:buFont typeface="Arial"/>
              <a:buChar char="•"/>
              <a:tabLst>
                <a:tab pos="0" algn="l"/>
              </a:tabLst>
            </a:pPr>
            <a:r>
              <a:rPr lang="tr-TR" sz="2800" b="0" u="none" strike="noStrike">
                <a:solidFill>
                  <a:schemeClr val="lt1">
                    <a:lumMod val="50000"/>
                  </a:schemeClr>
                </a:solidFill>
                <a:effectLst/>
                <a:uFillTx/>
                <a:latin typeface="Calibri"/>
              </a:rPr>
              <a:t>Asıl metin stillerini düzenlemek için tıklayın</a:t>
            </a:r>
          </a:p>
          <a:p>
            <a:pPr marL="685800" lvl="1" indent="-228600" algn="l" defTabSz="914400">
              <a:lnSpc>
                <a:spcPct val="90000"/>
              </a:lnSpc>
              <a:spcBef>
                <a:spcPts val="499"/>
              </a:spcBef>
              <a:buClr>
                <a:srgbClr val="808080"/>
              </a:buClr>
              <a:buFont typeface="Arial"/>
              <a:buChar char="•"/>
              <a:tabLst>
                <a:tab pos="0" algn="l"/>
              </a:tabLst>
            </a:pPr>
            <a:r>
              <a:rPr lang="tr-TR" sz="2400" b="0" u="none" strike="noStrike">
                <a:solidFill>
                  <a:schemeClr val="lt1">
                    <a:lumMod val="50000"/>
                  </a:schemeClr>
                </a:solidFill>
                <a:effectLst/>
                <a:uFillTx/>
                <a:latin typeface="Calibri"/>
              </a:rPr>
              <a:t>İkinci düzey</a:t>
            </a:r>
          </a:p>
          <a:p>
            <a:pPr marL="1143000" lvl="2" indent="-228600" algn="l" defTabSz="914400">
              <a:lnSpc>
                <a:spcPct val="90000"/>
              </a:lnSpc>
              <a:spcBef>
                <a:spcPts val="499"/>
              </a:spcBef>
              <a:buClr>
                <a:srgbClr val="808080"/>
              </a:buClr>
              <a:buFont typeface="Arial"/>
              <a:buChar char="•"/>
              <a:tabLst>
                <a:tab pos="0" algn="l"/>
              </a:tabLst>
            </a:pPr>
            <a:r>
              <a:rPr lang="tr-TR" sz="2000" b="0" u="none" strike="noStrike">
                <a:solidFill>
                  <a:schemeClr val="lt1">
                    <a:lumMod val="50000"/>
                  </a:schemeClr>
                </a:solidFill>
                <a:effectLst/>
                <a:uFillTx/>
                <a:latin typeface="Calibri"/>
              </a:rPr>
              <a:t>Üçüncü düzey</a:t>
            </a:r>
          </a:p>
          <a:p>
            <a:pPr marL="1600200" lvl="3"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Dördüncü düzey</a:t>
            </a:r>
          </a:p>
          <a:p>
            <a:pPr marL="2057400" lvl="4" indent="-228600" algn="l" defTabSz="914400">
              <a:lnSpc>
                <a:spcPct val="90000"/>
              </a:lnSpc>
              <a:spcBef>
                <a:spcPts val="499"/>
              </a:spcBef>
              <a:buClr>
                <a:srgbClr val="808080"/>
              </a:buClr>
              <a:buFont typeface="Arial"/>
              <a:buChar char="•"/>
              <a:tabLst>
                <a:tab pos="0" algn="l"/>
              </a:tabLst>
            </a:pPr>
            <a:r>
              <a:rPr lang="tr-TR" sz="1800" b="0" u="none" strike="noStrike">
                <a:solidFill>
                  <a:schemeClr val="lt1">
                    <a:lumMod val="50000"/>
                  </a:schemeClr>
                </a:solidFill>
                <a:effectLst/>
                <a:uFillTx/>
                <a:latin typeface="Calibri"/>
              </a:rPr>
              <a:t>Beşinci düzey</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İki kolon Sağ Resim + Sol Yazı">
    <p:bg>
      <p:bgPr>
        <a:solidFill>
          <a:srgbClr val="FFFFFF"/>
        </a:solidFill>
        <a:effectLst/>
      </p:bgPr>
    </p:bg>
    <p:spTree>
      <p:nvGrpSpPr>
        <p:cNvPr id="1" name=""/>
        <p:cNvGrpSpPr/>
        <p:nvPr/>
      </p:nvGrpSpPr>
      <p:grpSpPr>
        <a:xfrm>
          <a:off x="0" y="0"/>
          <a:ext cx="0" cy="0"/>
          <a:chOff x="0" y="0"/>
          <a:chExt cx="0" cy="0"/>
        </a:xfrm>
      </p:grpSpPr>
      <p:pic>
        <p:nvPicPr>
          <p:cNvPr id="93" name="Resim 6"/>
          <p:cNvPicPr/>
          <p:nvPr/>
        </p:nvPicPr>
        <p:blipFill>
          <a:blip r:embed="rId2"/>
          <a:stretch/>
        </p:blipFill>
        <p:spPr>
          <a:xfrm>
            <a:off x="277920" y="216360"/>
            <a:ext cx="1727640" cy="625680"/>
          </a:xfrm>
          <a:prstGeom prst="rect">
            <a:avLst/>
          </a:prstGeom>
          <a:noFill/>
          <a:ln w="0">
            <a:noFill/>
          </a:ln>
        </p:spPr>
      </p:pic>
      <p:sp>
        <p:nvSpPr>
          <p:cNvPr id="94"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95"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F2FE7C1B-CF9C-4584-82C8-0F854F3F1289}"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pic>
        <p:nvPicPr>
          <p:cNvPr id="96" name="Resim 12"/>
          <p:cNvPicPr/>
          <p:nvPr/>
        </p:nvPicPr>
        <p:blipFill>
          <a:blip r:embed="rId3"/>
          <a:stretch/>
        </p:blipFill>
        <p:spPr>
          <a:xfrm rot="1821600">
            <a:off x="8587800" y="0"/>
            <a:ext cx="5040720" cy="8884800"/>
          </a:xfrm>
          <a:prstGeom prst="rect">
            <a:avLst/>
          </a:prstGeom>
          <a:noFill/>
          <a:ln w="0">
            <a:noFill/>
          </a:ln>
        </p:spPr>
      </p:pic>
      <p:sp>
        <p:nvSpPr>
          <p:cNvPr id="97" name="PlaceHolder 1"/>
          <p:cNvSpPr>
            <a:spLocks noGrp="1"/>
          </p:cNvSpPr>
          <p:nvPr>
            <p:ph type="sldNum" idx="9"/>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DE74ABB8-CB47-4AC5-B4A7-7F20D8699114}"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98" name="PlaceHolder 2"/>
          <p:cNvSpPr>
            <a:spLocks noGrp="1"/>
          </p:cNvSpPr>
          <p:nvPr>
            <p:ph type="body"/>
          </p:nvPr>
        </p:nvSpPr>
        <p:spPr>
          <a:xfrm>
            <a:off x="7209360" y="1450080"/>
            <a:ext cx="4659840" cy="465984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3E3E3E"/>
              </a:buClr>
              <a:buFont typeface="Arial"/>
              <a:buChar char="•"/>
              <a:tabLst>
                <a:tab pos="0" algn="l"/>
              </a:tabLst>
              <a:defRPr lang="tr-TR" sz="1800" b="0" u="none" strike="noStrike">
                <a:solidFill>
                  <a:srgbClr val="8E1438"/>
                </a:solidFill>
                <a:effectLst/>
                <a:uFillTx/>
                <a:latin typeface="Gotham Mediu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228600" algn="l" defTabSz="914400">
              <a:lnSpc>
                <a:spcPct val="90000"/>
              </a:lnSpc>
              <a:spcBef>
                <a:spcPts val="1001"/>
              </a:spcBef>
              <a:buClr>
                <a:srgbClr val="3E3E3E"/>
              </a:buClr>
              <a:buFont typeface="Arial"/>
              <a:buChar char="•"/>
              <a:tabLst>
                <a:tab pos="0" algn="l"/>
              </a:tabLst>
            </a:pPr>
            <a:r>
              <a:rPr lang="tr-TR" sz="1800" b="0" u="none" strike="noStrike">
                <a:solidFill>
                  <a:srgbClr val="8E1438"/>
                </a:solidFill>
                <a:effectLst/>
                <a:uFillTx/>
                <a:latin typeface="Gotham Mediu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99" name="PlaceHolder 3"/>
          <p:cNvSpPr>
            <a:spLocks noGrp="1"/>
          </p:cNvSpPr>
          <p:nvPr>
            <p:ph type="body" hasCustomPrompt="1"/>
          </p:nvPr>
        </p:nvSpPr>
        <p:spPr>
          <a:xfrm>
            <a:off x="321840" y="2039040"/>
            <a:ext cx="6551280" cy="407052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vel placerat sit amet nisl vel tincidunt sit amet nisl placerat. Nam mauris eros, vel placerat tristique sed tincidunt sit amet nisl enim ut, vehicula fermentum lorem. In commodo suscipit iaculis. Nam mauris eros, tristique sed enim ut, vehicula tincidunt sit amet nisl tincidunt sit amet nisl fermentum lorem. In commodo suscipit.</a:t>
            </a:r>
            <a:endParaRPr lang="tr-TR" sz="2000" b="0" u="none" strike="noStrike">
              <a:solidFill>
                <a:srgbClr val="8E1438"/>
              </a:solidFill>
              <a:effectLst/>
              <a:uFillTx/>
              <a:latin typeface="Gotham Medium"/>
            </a:endParaRPr>
          </a:p>
        </p:txBody>
      </p:sp>
      <p:sp>
        <p:nvSpPr>
          <p:cNvPr id="100" name="PlaceHolder 4"/>
          <p:cNvSpPr>
            <a:spLocks noGrp="1"/>
          </p:cNvSpPr>
          <p:nvPr>
            <p:ph type="body" hasCustomPrompt="1"/>
          </p:nvPr>
        </p:nvSpPr>
        <p:spPr>
          <a:xfrm>
            <a:off x="322200" y="1450080"/>
            <a:ext cx="6551640" cy="45144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tr-TR" sz="2400" b="1" u="none" strike="noStrike">
                <a:solidFill>
                  <a:schemeClr val="dk1"/>
                </a:solidFill>
                <a:effectLst/>
                <a:uFillTx/>
                <a:latin typeface="Gotham"/>
              </a:defRPr>
            </a:lvl1pPr>
          </a:lstStyle>
          <a:p>
            <a:pPr indent="0" algn="l" defTabSz="914400">
              <a:lnSpc>
                <a:spcPct val="90000"/>
              </a:lnSpc>
              <a:spcBef>
                <a:spcPts val="1001"/>
              </a:spcBef>
              <a:buNone/>
              <a:tabLst>
                <a:tab pos="0" algn="l"/>
              </a:tabLst>
            </a:pPr>
            <a:r>
              <a:rPr lang="tr-TR" sz="2400" b="1" u="none" strike="noStrike">
                <a:solidFill>
                  <a:schemeClr val="dk1"/>
                </a:solidFill>
                <a:effectLst/>
                <a:uFillTx/>
                <a:latin typeface="Gotham"/>
              </a:rPr>
              <a:t>Alt Başlık</a:t>
            </a:r>
            <a:endParaRPr lang="tr-TR" sz="2400" b="0" u="none" strike="noStrike">
              <a:solidFill>
                <a:srgbClr val="8E1438"/>
              </a:solidFill>
              <a:effectLst/>
              <a:uFillTx/>
              <a:latin typeface="Gotham Medium"/>
            </a:endParaRPr>
          </a:p>
        </p:txBody>
      </p:sp>
      <p:sp>
        <p:nvSpPr>
          <p:cNvPr id="101" name="PlaceHolder 5"/>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İki kolon Sağ iki Resim + Sol Yazı">
    <p:bg>
      <p:bgPr>
        <a:solidFill>
          <a:srgbClr val="FFFFFF"/>
        </a:solidFill>
        <a:effectLst/>
      </p:bgPr>
    </p:bg>
    <p:spTree>
      <p:nvGrpSpPr>
        <p:cNvPr id="1" name=""/>
        <p:cNvGrpSpPr/>
        <p:nvPr/>
      </p:nvGrpSpPr>
      <p:grpSpPr>
        <a:xfrm>
          <a:off x="0" y="0"/>
          <a:ext cx="0" cy="0"/>
          <a:chOff x="0" y="0"/>
          <a:chExt cx="0" cy="0"/>
        </a:xfrm>
      </p:grpSpPr>
      <p:pic>
        <p:nvPicPr>
          <p:cNvPr id="102" name="Resim 6"/>
          <p:cNvPicPr/>
          <p:nvPr/>
        </p:nvPicPr>
        <p:blipFill>
          <a:blip r:embed="rId2"/>
          <a:stretch/>
        </p:blipFill>
        <p:spPr>
          <a:xfrm>
            <a:off x="277920" y="216360"/>
            <a:ext cx="1727640" cy="625680"/>
          </a:xfrm>
          <a:prstGeom prst="rect">
            <a:avLst/>
          </a:prstGeom>
          <a:noFill/>
          <a:ln w="0">
            <a:noFill/>
          </a:ln>
        </p:spPr>
      </p:pic>
      <p:sp>
        <p:nvSpPr>
          <p:cNvPr id="103"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04"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2B821F59-2AAC-4774-AB12-E45C4CA5B131}"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pic>
        <p:nvPicPr>
          <p:cNvPr id="105" name="Resim 12"/>
          <p:cNvPicPr/>
          <p:nvPr/>
        </p:nvPicPr>
        <p:blipFill>
          <a:blip r:embed="rId3"/>
          <a:stretch/>
        </p:blipFill>
        <p:spPr>
          <a:xfrm rot="1821600">
            <a:off x="8587800" y="0"/>
            <a:ext cx="5040720" cy="8884800"/>
          </a:xfrm>
          <a:prstGeom prst="rect">
            <a:avLst/>
          </a:prstGeom>
          <a:noFill/>
          <a:ln w="0">
            <a:noFill/>
          </a:ln>
        </p:spPr>
      </p:pic>
      <p:sp>
        <p:nvSpPr>
          <p:cNvPr id="106" name="PlaceHolder 1"/>
          <p:cNvSpPr>
            <a:spLocks noGrp="1"/>
          </p:cNvSpPr>
          <p:nvPr>
            <p:ph type="sldNum" idx="10"/>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E97C5C1D-8A14-4BEB-8D8F-8DBD515DFEEC}"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07" name="PlaceHolder 2"/>
          <p:cNvSpPr>
            <a:spLocks noGrp="1"/>
          </p:cNvSpPr>
          <p:nvPr>
            <p:ph type="body"/>
          </p:nvPr>
        </p:nvSpPr>
        <p:spPr>
          <a:xfrm>
            <a:off x="7209360" y="1450080"/>
            <a:ext cx="4659840" cy="223452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3E3E3E"/>
              </a:buClr>
              <a:buFont typeface="Arial"/>
              <a:buChar char="•"/>
              <a:tabLst>
                <a:tab pos="0" algn="l"/>
              </a:tabLst>
              <a:defRPr lang="tr-TR" sz="1800" b="0" u="none" strike="noStrike">
                <a:solidFill>
                  <a:srgbClr val="8E1438"/>
                </a:solidFill>
                <a:effectLst/>
                <a:uFillTx/>
                <a:latin typeface="Gotham Mediu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228600" algn="l" defTabSz="914400">
              <a:lnSpc>
                <a:spcPct val="90000"/>
              </a:lnSpc>
              <a:spcBef>
                <a:spcPts val="1001"/>
              </a:spcBef>
              <a:buClr>
                <a:srgbClr val="3E3E3E"/>
              </a:buClr>
              <a:buFont typeface="Arial"/>
              <a:buChar char="•"/>
              <a:tabLst>
                <a:tab pos="0" algn="l"/>
              </a:tabLst>
            </a:pPr>
            <a:r>
              <a:rPr lang="tr-TR" sz="1800" b="0" u="none" strike="noStrike">
                <a:solidFill>
                  <a:srgbClr val="8E1438"/>
                </a:solidFill>
                <a:effectLst/>
                <a:uFillTx/>
                <a:latin typeface="Gotham Mediu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108" name="PlaceHolder 3"/>
          <p:cNvSpPr>
            <a:spLocks noGrp="1"/>
          </p:cNvSpPr>
          <p:nvPr>
            <p:ph type="body" hasCustomPrompt="1"/>
          </p:nvPr>
        </p:nvSpPr>
        <p:spPr>
          <a:xfrm>
            <a:off x="321840" y="2039040"/>
            <a:ext cx="6551280" cy="407052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vel placerat sit amet nisl vel tincidunt sit amet nisl placerat. Nam mauris eros, vel placerat tristique sed tincidunt sit amet nisl enim ut, vehicula fermentum lorem. In commodo suscipit iaculis. Nam mauris eros, tristique sed enim ut, vehicula tincidunt sit amet nisl tincidunt sit amet nisl fermentum lorem. In commodo suscipit.</a:t>
            </a:r>
            <a:endParaRPr lang="tr-TR" sz="2000" b="0" u="none" strike="noStrike">
              <a:solidFill>
                <a:srgbClr val="8E1438"/>
              </a:solidFill>
              <a:effectLst/>
              <a:uFillTx/>
              <a:latin typeface="Gotham Medium"/>
            </a:endParaRPr>
          </a:p>
        </p:txBody>
      </p:sp>
      <p:sp>
        <p:nvSpPr>
          <p:cNvPr id="109" name="PlaceHolder 4"/>
          <p:cNvSpPr>
            <a:spLocks noGrp="1"/>
          </p:cNvSpPr>
          <p:nvPr>
            <p:ph type="body" hasCustomPrompt="1"/>
          </p:nvPr>
        </p:nvSpPr>
        <p:spPr>
          <a:xfrm>
            <a:off x="322200" y="1450080"/>
            <a:ext cx="6551640" cy="45144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tr-TR" sz="2400" b="1" u="none" strike="noStrike">
                <a:solidFill>
                  <a:schemeClr val="dk1"/>
                </a:solidFill>
                <a:effectLst/>
                <a:uFillTx/>
                <a:latin typeface="Gotham"/>
              </a:defRPr>
            </a:lvl1pPr>
          </a:lstStyle>
          <a:p>
            <a:pPr indent="0" algn="l" defTabSz="914400">
              <a:lnSpc>
                <a:spcPct val="90000"/>
              </a:lnSpc>
              <a:spcBef>
                <a:spcPts val="1001"/>
              </a:spcBef>
              <a:buNone/>
              <a:tabLst>
                <a:tab pos="0" algn="l"/>
              </a:tabLst>
            </a:pPr>
            <a:r>
              <a:rPr lang="tr-TR" sz="2400" b="1" u="none" strike="noStrike">
                <a:solidFill>
                  <a:schemeClr val="dk1"/>
                </a:solidFill>
                <a:effectLst/>
                <a:uFillTx/>
                <a:latin typeface="Gotham"/>
              </a:rPr>
              <a:t>Alt Başlık</a:t>
            </a:r>
            <a:endParaRPr lang="tr-TR" sz="2400" b="0" u="none" strike="noStrike">
              <a:solidFill>
                <a:srgbClr val="8E1438"/>
              </a:solidFill>
              <a:effectLst/>
              <a:uFillTx/>
              <a:latin typeface="Gotham Medium"/>
            </a:endParaRPr>
          </a:p>
        </p:txBody>
      </p:sp>
      <p:sp>
        <p:nvSpPr>
          <p:cNvPr id="110" name="PlaceHolder 5"/>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p>
        </p:txBody>
      </p:sp>
      <p:sp>
        <p:nvSpPr>
          <p:cNvPr id="111" name="PlaceHolder 6"/>
          <p:cNvSpPr>
            <a:spLocks noGrp="1"/>
          </p:cNvSpPr>
          <p:nvPr>
            <p:ph type="body"/>
          </p:nvPr>
        </p:nvSpPr>
        <p:spPr>
          <a:xfrm>
            <a:off x="7209360" y="3879360"/>
            <a:ext cx="4659840" cy="2234520"/>
          </a:xfrm>
          <a:prstGeom prst="rect">
            <a:avLst/>
          </a:prstGeom>
          <a:no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rgbClr val="8E1438"/>
                </a:solidFill>
                <a:effectLst/>
                <a:uFillTx/>
                <a:latin typeface="Gotham Mediu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rgbClr val="8E1438"/>
                </a:solidFill>
                <a:effectLst/>
                <a:uFillTx/>
                <a:latin typeface="Gotham Mediu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İki kolon Sol Resim + Sağ Yazı">
    <p:bg>
      <p:bgPr>
        <a:solidFill>
          <a:srgbClr val="FFFFFF"/>
        </a:solidFill>
        <a:effectLst/>
      </p:bgPr>
    </p:bg>
    <p:spTree>
      <p:nvGrpSpPr>
        <p:cNvPr id="1" name=""/>
        <p:cNvGrpSpPr/>
        <p:nvPr/>
      </p:nvGrpSpPr>
      <p:grpSpPr>
        <a:xfrm>
          <a:off x="0" y="0"/>
          <a:ext cx="0" cy="0"/>
          <a:chOff x="0" y="0"/>
          <a:chExt cx="0" cy="0"/>
        </a:xfrm>
      </p:grpSpPr>
      <p:pic>
        <p:nvPicPr>
          <p:cNvPr id="112" name="Resim 6"/>
          <p:cNvPicPr/>
          <p:nvPr/>
        </p:nvPicPr>
        <p:blipFill>
          <a:blip r:embed="rId2"/>
          <a:stretch/>
        </p:blipFill>
        <p:spPr>
          <a:xfrm>
            <a:off x="277920" y="216360"/>
            <a:ext cx="1727640" cy="625680"/>
          </a:xfrm>
          <a:prstGeom prst="rect">
            <a:avLst/>
          </a:prstGeom>
          <a:noFill/>
          <a:ln w="0">
            <a:noFill/>
          </a:ln>
        </p:spPr>
      </p:pic>
      <p:sp>
        <p:nvSpPr>
          <p:cNvPr id="113"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14"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8097D614-C64C-4DBA-A83C-1299C442BC57}"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pic>
        <p:nvPicPr>
          <p:cNvPr id="115" name="Resim 12"/>
          <p:cNvPicPr/>
          <p:nvPr/>
        </p:nvPicPr>
        <p:blipFill>
          <a:blip r:embed="rId3"/>
          <a:stretch/>
        </p:blipFill>
        <p:spPr>
          <a:xfrm rot="19778400" flipH="1">
            <a:off x="-1669680" y="0"/>
            <a:ext cx="5040720" cy="8884800"/>
          </a:xfrm>
          <a:prstGeom prst="rect">
            <a:avLst/>
          </a:prstGeom>
          <a:noFill/>
          <a:ln w="0">
            <a:noFill/>
          </a:ln>
        </p:spPr>
      </p:pic>
      <p:sp>
        <p:nvSpPr>
          <p:cNvPr id="116" name="PlaceHolder 1"/>
          <p:cNvSpPr>
            <a:spLocks noGrp="1"/>
          </p:cNvSpPr>
          <p:nvPr>
            <p:ph type="sldNum" idx="11"/>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DBDD708C-B2CA-4079-9D6B-708392D7713C}"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17" name="PlaceHolder 2"/>
          <p:cNvSpPr>
            <a:spLocks noGrp="1"/>
          </p:cNvSpPr>
          <p:nvPr>
            <p:ph type="body"/>
          </p:nvPr>
        </p:nvSpPr>
        <p:spPr>
          <a:xfrm>
            <a:off x="321840" y="1450080"/>
            <a:ext cx="4659840" cy="465984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3E3E3E"/>
              </a:buClr>
              <a:buFont typeface="Arial"/>
              <a:buChar char="•"/>
              <a:tabLst>
                <a:tab pos="0" algn="l"/>
              </a:tabLst>
              <a:defRPr lang="tr-TR" sz="1800" b="0" u="none" strike="noStrike">
                <a:solidFill>
                  <a:srgbClr val="8E1438"/>
                </a:solidFill>
                <a:effectLst/>
                <a:uFillTx/>
                <a:latin typeface="Gotham Mediu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228600" algn="l" defTabSz="914400">
              <a:lnSpc>
                <a:spcPct val="90000"/>
              </a:lnSpc>
              <a:spcBef>
                <a:spcPts val="1001"/>
              </a:spcBef>
              <a:buClr>
                <a:srgbClr val="3E3E3E"/>
              </a:buClr>
              <a:buFont typeface="Arial"/>
              <a:buChar char="•"/>
              <a:tabLst>
                <a:tab pos="0" algn="l"/>
              </a:tabLst>
            </a:pPr>
            <a:r>
              <a:rPr lang="tr-TR" sz="1800" b="0" u="none" strike="noStrike">
                <a:solidFill>
                  <a:srgbClr val="8E1438"/>
                </a:solidFill>
                <a:effectLst/>
                <a:uFillTx/>
                <a:latin typeface="Gotham Mediu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118" name="PlaceHolder 3"/>
          <p:cNvSpPr>
            <a:spLocks noGrp="1"/>
          </p:cNvSpPr>
          <p:nvPr>
            <p:ph type="body" hasCustomPrompt="1"/>
          </p:nvPr>
        </p:nvSpPr>
        <p:spPr>
          <a:xfrm>
            <a:off x="5270760" y="2039040"/>
            <a:ext cx="6551280" cy="407052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vel placerat sit amet nisl vel tincidunt sit amet nisl placerat. Nam mauris eros, vel placerat tristique sed tincidunt sit amet nisl enim ut, vehicula fermentum lorem. In commodo suscipit iaculis. Nam mauris eros, tristique sed enim ut, vehicula tincidunt sit amet nisl tincidunt sit amet nisl fermentum lorem. In commodo suscipit.</a:t>
            </a:r>
            <a:endParaRPr lang="tr-TR" sz="2000" b="0" u="none" strike="noStrike">
              <a:solidFill>
                <a:srgbClr val="8E1438"/>
              </a:solidFill>
              <a:effectLst/>
              <a:uFillTx/>
              <a:latin typeface="Gotham Medium"/>
            </a:endParaRPr>
          </a:p>
        </p:txBody>
      </p:sp>
      <p:sp>
        <p:nvSpPr>
          <p:cNvPr id="119" name="PlaceHolder 4"/>
          <p:cNvSpPr>
            <a:spLocks noGrp="1"/>
          </p:cNvSpPr>
          <p:nvPr>
            <p:ph type="body" hasCustomPrompt="1"/>
          </p:nvPr>
        </p:nvSpPr>
        <p:spPr>
          <a:xfrm>
            <a:off x="5271480" y="1450080"/>
            <a:ext cx="6551640" cy="45144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tr-TR" sz="2400" b="1" u="none" strike="noStrike">
                <a:solidFill>
                  <a:schemeClr val="dk1"/>
                </a:solidFill>
                <a:effectLst/>
                <a:uFillTx/>
                <a:latin typeface="Gotham"/>
              </a:defRPr>
            </a:lvl1pPr>
          </a:lstStyle>
          <a:p>
            <a:pPr indent="0" algn="l" defTabSz="914400">
              <a:lnSpc>
                <a:spcPct val="90000"/>
              </a:lnSpc>
              <a:spcBef>
                <a:spcPts val="1001"/>
              </a:spcBef>
              <a:buNone/>
              <a:tabLst>
                <a:tab pos="0" algn="l"/>
              </a:tabLst>
            </a:pPr>
            <a:r>
              <a:rPr lang="tr-TR" sz="2400" b="1" u="none" strike="noStrike">
                <a:solidFill>
                  <a:schemeClr val="dk1"/>
                </a:solidFill>
                <a:effectLst/>
                <a:uFillTx/>
                <a:latin typeface="Gotham"/>
              </a:rPr>
              <a:t>Alt Başlık</a:t>
            </a:r>
            <a:endParaRPr lang="tr-TR" sz="2400" b="0" u="none" strike="noStrike">
              <a:solidFill>
                <a:srgbClr val="8E1438"/>
              </a:solidFill>
              <a:effectLst/>
              <a:uFillTx/>
              <a:latin typeface="Gotham Medium"/>
            </a:endParaRPr>
          </a:p>
        </p:txBody>
      </p:sp>
      <p:sp>
        <p:nvSpPr>
          <p:cNvPr id="120" name="PlaceHolder 5"/>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İki kolon Sol İki Resim + Sağ Yazı">
    <p:bg>
      <p:bgPr>
        <a:solidFill>
          <a:srgbClr val="FFFFFF"/>
        </a:solidFill>
        <a:effectLst/>
      </p:bgPr>
    </p:bg>
    <p:spTree>
      <p:nvGrpSpPr>
        <p:cNvPr id="1" name=""/>
        <p:cNvGrpSpPr/>
        <p:nvPr/>
      </p:nvGrpSpPr>
      <p:grpSpPr>
        <a:xfrm>
          <a:off x="0" y="0"/>
          <a:ext cx="0" cy="0"/>
          <a:chOff x="0" y="0"/>
          <a:chExt cx="0" cy="0"/>
        </a:xfrm>
      </p:grpSpPr>
      <p:pic>
        <p:nvPicPr>
          <p:cNvPr id="121" name="Resim 6"/>
          <p:cNvPicPr/>
          <p:nvPr/>
        </p:nvPicPr>
        <p:blipFill>
          <a:blip r:embed="rId2"/>
          <a:stretch/>
        </p:blipFill>
        <p:spPr>
          <a:xfrm>
            <a:off x="277920" y="216360"/>
            <a:ext cx="1727640" cy="625680"/>
          </a:xfrm>
          <a:prstGeom prst="rect">
            <a:avLst/>
          </a:prstGeom>
          <a:noFill/>
          <a:ln w="0">
            <a:noFill/>
          </a:ln>
        </p:spPr>
      </p:pic>
      <p:sp>
        <p:nvSpPr>
          <p:cNvPr id="122"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23"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CB005859-FA02-4F53-AE3C-F47853624E99}"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pic>
        <p:nvPicPr>
          <p:cNvPr id="124" name="Resim 12"/>
          <p:cNvPicPr/>
          <p:nvPr/>
        </p:nvPicPr>
        <p:blipFill>
          <a:blip r:embed="rId3"/>
          <a:stretch/>
        </p:blipFill>
        <p:spPr>
          <a:xfrm rot="19778400" flipH="1">
            <a:off x="-1669680" y="0"/>
            <a:ext cx="5040720" cy="8884800"/>
          </a:xfrm>
          <a:prstGeom prst="rect">
            <a:avLst/>
          </a:prstGeom>
          <a:noFill/>
          <a:ln w="0">
            <a:noFill/>
          </a:ln>
        </p:spPr>
      </p:pic>
      <p:sp>
        <p:nvSpPr>
          <p:cNvPr id="125" name="PlaceHolder 1"/>
          <p:cNvSpPr>
            <a:spLocks noGrp="1"/>
          </p:cNvSpPr>
          <p:nvPr>
            <p:ph type="sldNum" idx="12"/>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4F994BC4-56D0-4A6C-8373-57B200F44E47}"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26" name="PlaceHolder 2"/>
          <p:cNvSpPr>
            <a:spLocks noGrp="1"/>
          </p:cNvSpPr>
          <p:nvPr>
            <p:ph type="body" hasCustomPrompt="1"/>
          </p:nvPr>
        </p:nvSpPr>
        <p:spPr>
          <a:xfrm>
            <a:off x="5270760" y="2039040"/>
            <a:ext cx="6551280" cy="407052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vel placerat sit amet nisl vel tincidunt sit amet nisl placerat. Nam mauris eros, vel placerat tristique sed tincidunt sit amet nisl enim ut, vehicula fermentum lorem. In commodo suscipit iaculis. Nam mauris eros, tristique sed enim ut, vehicula tincidunt sit amet nisl tincidunt sit amet nisl fermentum lorem. In commodo suscipit.</a:t>
            </a:r>
            <a:endParaRPr lang="tr-TR" sz="2000" b="0" u="none" strike="noStrike">
              <a:solidFill>
                <a:srgbClr val="8E1438"/>
              </a:solidFill>
              <a:effectLst/>
              <a:uFillTx/>
              <a:latin typeface="Gotham Medium"/>
            </a:endParaRPr>
          </a:p>
        </p:txBody>
      </p:sp>
      <p:sp>
        <p:nvSpPr>
          <p:cNvPr id="127" name="PlaceHolder 3"/>
          <p:cNvSpPr>
            <a:spLocks noGrp="1"/>
          </p:cNvSpPr>
          <p:nvPr>
            <p:ph type="body" hasCustomPrompt="1"/>
          </p:nvPr>
        </p:nvSpPr>
        <p:spPr>
          <a:xfrm>
            <a:off x="5271480" y="1450080"/>
            <a:ext cx="6551640" cy="45144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tr-TR" sz="2400" b="1" u="none" strike="noStrike">
                <a:solidFill>
                  <a:schemeClr val="dk1"/>
                </a:solidFill>
                <a:effectLst/>
                <a:uFillTx/>
                <a:latin typeface="Gotham"/>
              </a:defRPr>
            </a:lvl1pPr>
          </a:lstStyle>
          <a:p>
            <a:pPr indent="0" algn="l" defTabSz="914400">
              <a:lnSpc>
                <a:spcPct val="90000"/>
              </a:lnSpc>
              <a:spcBef>
                <a:spcPts val="1001"/>
              </a:spcBef>
              <a:buNone/>
              <a:tabLst>
                <a:tab pos="0" algn="l"/>
              </a:tabLst>
            </a:pPr>
            <a:r>
              <a:rPr lang="tr-TR" sz="2400" b="1" u="none" strike="noStrike">
                <a:solidFill>
                  <a:schemeClr val="dk1"/>
                </a:solidFill>
                <a:effectLst/>
                <a:uFillTx/>
                <a:latin typeface="Gotham"/>
              </a:rPr>
              <a:t>Alt Başlık</a:t>
            </a:r>
            <a:endParaRPr lang="tr-TR" sz="2400" b="0" u="none" strike="noStrike">
              <a:solidFill>
                <a:srgbClr val="8E1438"/>
              </a:solidFill>
              <a:effectLst/>
              <a:uFillTx/>
              <a:latin typeface="Gotham Medium"/>
            </a:endParaRPr>
          </a:p>
        </p:txBody>
      </p:sp>
      <p:sp>
        <p:nvSpPr>
          <p:cNvPr id="128" name="PlaceHolder 4"/>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p>
        </p:txBody>
      </p:sp>
      <p:sp>
        <p:nvSpPr>
          <p:cNvPr id="129" name="PlaceHolder 5"/>
          <p:cNvSpPr>
            <a:spLocks noGrp="1"/>
          </p:cNvSpPr>
          <p:nvPr>
            <p:ph type="body"/>
          </p:nvPr>
        </p:nvSpPr>
        <p:spPr>
          <a:xfrm>
            <a:off x="368640" y="1450080"/>
            <a:ext cx="4659840" cy="2234520"/>
          </a:xfrm>
          <a:prstGeom prst="rect">
            <a:avLst/>
          </a:prstGeom>
          <a:no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rgbClr val="8E1438"/>
                </a:solidFill>
                <a:effectLst/>
                <a:uFillTx/>
                <a:latin typeface="Gotham Mediu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rgbClr val="8E1438"/>
                </a:solidFill>
                <a:effectLst/>
                <a:uFillTx/>
                <a:latin typeface="Gotham Mediu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130" name="PlaceHolder 6"/>
          <p:cNvSpPr>
            <a:spLocks noGrp="1"/>
          </p:cNvSpPr>
          <p:nvPr>
            <p:ph type="body"/>
          </p:nvPr>
        </p:nvSpPr>
        <p:spPr>
          <a:xfrm>
            <a:off x="368640" y="3879360"/>
            <a:ext cx="4659840" cy="2234520"/>
          </a:xfrm>
          <a:prstGeom prst="rect">
            <a:avLst/>
          </a:prstGeom>
          <a:no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rgbClr val="8E1438"/>
                </a:solidFill>
                <a:effectLst/>
                <a:uFillTx/>
                <a:latin typeface="Gotham Mediu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rgbClr val="8E1438"/>
                </a:solidFill>
                <a:effectLst/>
                <a:uFillTx/>
                <a:latin typeface="Gotham Mediu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ek Dikey Resim">
    <p:bg>
      <p:bgPr>
        <a:solidFill>
          <a:srgbClr val="FFFFFF"/>
        </a:solidFill>
        <a:effectLst/>
      </p:bgPr>
    </p:bg>
    <p:spTree>
      <p:nvGrpSpPr>
        <p:cNvPr id="1" name=""/>
        <p:cNvGrpSpPr/>
        <p:nvPr/>
      </p:nvGrpSpPr>
      <p:grpSpPr>
        <a:xfrm>
          <a:off x="0" y="0"/>
          <a:ext cx="0" cy="0"/>
          <a:chOff x="0" y="0"/>
          <a:chExt cx="0" cy="0"/>
        </a:xfrm>
      </p:grpSpPr>
      <p:pic>
        <p:nvPicPr>
          <p:cNvPr id="131" name="Resim 6"/>
          <p:cNvPicPr/>
          <p:nvPr/>
        </p:nvPicPr>
        <p:blipFill>
          <a:blip r:embed="rId2"/>
          <a:stretch/>
        </p:blipFill>
        <p:spPr>
          <a:xfrm>
            <a:off x="277920" y="216360"/>
            <a:ext cx="1727640" cy="625680"/>
          </a:xfrm>
          <a:prstGeom prst="rect">
            <a:avLst/>
          </a:prstGeom>
          <a:noFill/>
          <a:ln w="0">
            <a:noFill/>
          </a:ln>
        </p:spPr>
      </p:pic>
      <p:sp>
        <p:nvSpPr>
          <p:cNvPr id="132"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33"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071826AA-022E-48CA-AD78-B7D73440BE3D}"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134" name="PlaceHolder 1"/>
          <p:cNvSpPr>
            <a:spLocks noGrp="1"/>
          </p:cNvSpPr>
          <p:nvPr>
            <p:ph type="sldNum" idx="13"/>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B3427304-080D-4F94-86D6-E4982F67C3A5}"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35"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dk1">
                  <a:alpha val="0"/>
                </a:schemeClr>
              </a:solidFill>
              <a:effectLst/>
              <a:uFillTx/>
              <a:latin typeface="Calibri"/>
            </a:endParaRPr>
          </a:p>
        </p:txBody>
      </p:sp>
      <p:sp>
        <p:nvSpPr>
          <p:cNvPr id="136" name="PlaceHolder 3"/>
          <p:cNvSpPr>
            <a:spLocks noGrp="1"/>
          </p:cNvSpPr>
          <p:nvPr>
            <p:ph type="body"/>
          </p:nvPr>
        </p:nvSpPr>
        <p:spPr>
          <a:xfrm>
            <a:off x="4529160" y="1483920"/>
            <a:ext cx="3133440" cy="42012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37" name="PlaceHolder 4"/>
          <p:cNvSpPr>
            <a:spLocks noGrp="1"/>
          </p:cNvSpPr>
          <p:nvPr>
            <p:ph type="body" hasCustomPrompt="1"/>
          </p:nvPr>
        </p:nvSpPr>
        <p:spPr>
          <a:xfrm>
            <a:off x="4529160" y="570456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38" name="PlaceHolder 5"/>
          <p:cNvSpPr>
            <a:spLocks noGrp="1"/>
          </p:cNvSpPr>
          <p:nvPr>
            <p:ph type="body"/>
          </p:nvPr>
        </p:nvSpPr>
        <p:spPr>
          <a:xfrm>
            <a:off x="7041600" y="1261080"/>
            <a:ext cx="815760" cy="81684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kibimiz Tek Kolon">
    <p:bg>
      <p:bgPr>
        <a:solidFill>
          <a:srgbClr val="FFFFFF"/>
        </a:solidFill>
        <a:effectLst/>
      </p:bgPr>
    </p:bg>
    <p:spTree>
      <p:nvGrpSpPr>
        <p:cNvPr id="1" name=""/>
        <p:cNvGrpSpPr/>
        <p:nvPr/>
      </p:nvGrpSpPr>
      <p:grpSpPr>
        <a:xfrm>
          <a:off x="0" y="0"/>
          <a:ext cx="0" cy="0"/>
          <a:chOff x="0" y="0"/>
          <a:chExt cx="0" cy="0"/>
        </a:xfrm>
      </p:grpSpPr>
      <p:pic>
        <p:nvPicPr>
          <p:cNvPr id="139" name="Resim 6"/>
          <p:cNvPicPr/>
          <p:nvPr/>
        </p:nvPicPr>
        <p:blipFill>
          <a:blip r:embed="rId2"/>
          <a:stretch/>
        </p:blipFill>
        <p:spPr>
          <a:xfrm>
            <a:off x="277920" y="216360"/>
            <a:ext cx="1727640" cy="625680"/>
          </a:xfrm>
          <a:prstGeom prst="rect">
            <a:avLst/>
          </a:prstGeom>
          <a:noFill/>
          <a:ln w="0">
            <a:noFill/>
          </a:ln>
        </p:spPr>
      </p:pic>
      <p:sp>
        <p:nvSpPr>
          <p:cNvPr id="140"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41"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7C419AB8-A9AD-4628-9290-302A59BC0C19}"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142" name="Rectangle 17"/>
          <p:cNvSpPr/>
          <p:nvPr/>
        </p:nvSpPr>
        <p:spPr>
          <a:xfrm rot="5400000">
            <a:off x="5481000" y="-304452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143" name="PlaceHolder 1"/>
          <p:cNvSpPr>
            <a:spLocks noGrp="1"/>
          </p:cNvSpPr>
          <p:nvPr>
            <p:ph type="sldNum" idx="14"/>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4B364028-8F25-4CA7-8173-E26B53963027}"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44"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145" name="PlaceHolder 3"/>
          <p:cNvSpPr>
            <a:spLocks noGrp="1"/>
          </p:cNvSpPr>
          <p:nvPr>
            <p:ph type="body"/>
          </p:nvPr>
        </p:nvSpPr>
        <p:spPr>
          <a:xfrm>
            <a:off x="481392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146" name="PlaceHolder 4"/>
          <p:cNvSpPr>
            <a:spLocks noGrp="1"/>
          </p:cNvSpPr>
          <p:nvPr>
            <p:ph type="body" hasCustomPrompt="1"/>
          </p:nvPr>
        </p:nvSpPr>
        <p:spPr>
          <a:xfrm>
            <a:off x="4525920" y="478260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147" name="PlaceHolder 5"/>
          <p:cNvSpPr>
            <a:spLocks noGrp="1"/>
          </p:cNvSpPr>
          <p:nvPr>
            <p:ph type="body" hasCustomPrompt="1"/>
          </p:nvPr>
        </p:nvSpPr>
        <p:spPr>
          <a:xfrm>
            <a:off x="4525920" y="5320440"/>
            <a:ext cx="313344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Çift Dikey Resim">
    <p:bg>
      <p:bgPr>
        <a:solidFill>
          <a:srgbClr val="FFFFFF"/>
        </a:solidFill>
        <a:effectLst/>
      </p:bgPr>
    </p:bg>
    <p:spTree>
      <p:nvGrpSpPr>
        <p:cNvPr id="1" name=""/>
        <p:cNvGrpSpPr/>
        <p:nvPr/>
      </p:nvGrpSpPr>
      <p:grpSpPr>
        <a:xfrm>
          <a:off x="0" y="0"/>
          <a:ext cx="0" cy="0"/>
          <a:chOff x="0" y="0"/>
          <a:chExt cx="0" cy="0"/>
        </a:xfrm>
      </p:grpSpPr>
      <p:pic>
        <p:nvPicPr>
          <p:cNvPr id="148" name="Resim 6"/>
          <p:cNvPicPr/>
          <p:nvPr/>
        </p:nvPicPr>
        <p:blipFill>
          <a:blip r:embed="rId2"/>
          <a:stretch/>
        </p:blipFill>
        <p:spPr>
          <a:xfrm>
            <a:off x="277920" y="216360"/>
            <a:ext cx="1727640" cy="625680"/>
          </a:xfrm>
          <a:prstGeom prst="rect">
            <a:avLst/>
          </a:prstGeom>
          <a:noFill/>
          <a:ln w="0">
            <a:noFill/>
          </a:ln>
        </p:spPr>
      </p:pic>
      <p:sp>
        <p:nvSpPr>
          <p:cNvPr id="149"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50"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F8AE7211-DD4F-4479-8B58-2F32ED800C21}"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151" name="PlaceHolder 1"/>
          <p:cNvSpPr>
            <a:spLocks noGrp="1"/>
          </p:cNvSpPr>
          <p:nvPr>
            <p:ph type="sldNum" idx="15"/>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E810001C-6CED-461C-97E3-7D114B925889}"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52"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dk1">
                  <a:alpha val="0"/>
                </a:schemeClr>
              </a:solidFill>
              <a:effectLst/>
              <a:uFillTx/>
              <a:latin typeface="Calibri"/>
            </a:endParaRPr>
          </a:p>
        </p:txBody>
      </p:sp>
      <p:sp>
        <p:nvSpPr>
          <p:cNvPr id="153" name="PlaceHolder 3"/>
          <p:cNvSpPr>
            <a:spLocks noGrp="1"/>
          </p:cNvSpPr>
          <p:nvPr>
            <p:ph type="body"/>
          </p:nvPr>
        </p:nvSpPr>
        <p:spPr>
          <a:xfrm>
            <a:off x="6738840" y="1483920"/>
            <a:ext cx="3133440" cy="42012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54" name="PlaceHolder 4"/>
          <p:cNvSpPr>
            <a:spLocks noGrp="1"/>
          </p:cNvSpPr>
          <p:nvPr>
            <p:ph type="body" hasCustomPrompt="1"/>
          </p:nvPr>
        </p:nvSpPr>
        <p:spPr>
          <a:xfrm>
            <a:off x="6738840" y="570456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55" name="PlaceHolder 5"/>
          <p:cNvSpPr>
            <a:spLocks noGrp="1"/>
          </p:cNvSpPr>
          <p:nvPr>
            <p:ph type="body"/>
          </p:nvPr>
        </p:nvSpPr>
        <p:spPr>
          <a:xfrm>
            <a:off x="2305800" y="1483920"/>
            <a:ext cx="3133440" cy="42012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56" name="PlaceHolder 6"/>
          <p:cNvSpPr>
            <a:spLocks noGrp="1"/>
          </p:cNvSpPr>
          <p:nvPr>
            <p:ph type="body" hasCustomPrompt="1"/>
          </p:nvPr>
        </p:nvSpPr>
        <p:spPr>
          <a:xfrm>
            <a:off x="2305800" y="570456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57" name="PlaceHolder 7"/>
          <p:cNvSpPr>
            <a:spLocks noGrp="1"/>
          </p:cNvSpPr>
          <p:nvPr>
            <p:ph type="body"/>
          </p:nvPr>
        </p:nvSpPr>
        <p:spPr>
          <a:xfrm>
            <a:off x="9251640" y="1261080"/>
            <a:ext cx="815760" cy="81684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
        <p:nvSpPr>
          <p:cNvPr id="158" name="PlaceHolder 8"/>
          <p:cNvSpPr>
            <a:spLocks noGrp="1"/>
          </p:cNvSpPr>
          <p:nvPr>
            <p:ph type="body"/>
          </p:nvPr>
        </p:nvSpPr>
        <p:spPr>
          <a:xfrm>
            <a:off x="4853520" y="1261080"/>
            <a:ext cx="815760" cy="81684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Üçlü Dikey Resim">
    <p:bg>
      <p:bgPr>
        <a:solidFill>
          <a:srgbClr val="FFFFFF"/>
        </a:solidFill>
        <a:effectLst/>
      </p:bgPr>
    </p:bg>
    <p:spTree>
      <p:nvGrpSpPr>
        <p:cNvPr id="1" name=""/>
        <p:cNvGrpSpPr/>
        <p:nvPr/>
      </p:nvGrpSpPr>
      <p:grpSpPr>
        <a:xfrm>
          <a:off x="0" y="0"/>
          <a:ext cx="0" cy="0"/>
          <a:chOff x="0" y="0"/>
          <a:chExt cx="0" cy="0"/>
        </a:xfrm>
      </p:grpSpPr>
      <p:pic>
        <p:nvPicPr>
          <p:cNvPr id="159" name="Resim 6"/>
          <p:cNvPicPr/>
          <p:nvPr/>
        </p:nvPicPr>
        <p:blipFill>
          <a:blip r:embed="rId2"/>
          <a:stretch/>
        </p:blipFill>
        <p:spPr>
          <a:xfrm>
            <a:off x="277920" y="216360"/>
            <a:ext cx="1727640" cy="625680"/>
          </a:xfrm>
          <a:prstGeom prst="rect">
            <a:avLst/>
          </a:prstGeom>
          <a:noFill/>
          <a:ln w="0">
            <a:noFill/>
          </a:ln>
        </p:spPr>
      </p:pic>
      <p:sp>
        <p:nvSpPr>
          <p:cNvPr id="160"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61"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FC21C110-59EC-46BA-A5CD-2103134AC858}"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162" name="PlaceHolder 1"/>
          <p:cNvSpPr>
            <a:spLocks noGrp="1"/>
          </p:cNvSpPr>
          <p:nvPr>
            <p:ph type="sldNum" idx="16"/>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A3A1446C-2B60-4D47-B300-777DE8484EF8}"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63"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dk1">
                  <a:alpha val="0"/>
                </a:schemeClr>
              </a:solidFill>
              <a:effectLst/>
              <a:uFillTx/>
              <a:latin typeface="Calibri"/>
            </a:endParaRPr>
          </a:p>
        </p:txBody>
      </p:sp>
      <p:sp>
        <p:nvSpPr>
          <p:cNvPr id="164" name="PlaceHolder 3"/>
          <p:cNvSpPr>
            <a:spLocks noGrp="1"/>
          </p:cNvSpPr>
          <p:nvPr>
            <p:ph type="body"/>
          </p:nvPr>
        </p:nvSpPr>
        <p:spPr>
          <a:xfrm>
            <a:off x="8613720" y="1483920"/>
            <a:ext cx="3133440" cy="42012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65" name="PlaceHolder 4"/>
          <p:cNvSpPr>
            <a:spLocks noGrp="1"/>
          </p:cNvSpPr>
          <p:nvPr>
            <p:ph type="body" hasCustomPrompt="1"/>
          </p:nvPr>
        </p:nvSpPr>
        <p:spPr>
          <a:xfrm>
            <a:off x="8613720" y="570456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66" name="PlaceHolder 5"/>
          <p:cNvSpPr>
            <a:spLocks noGrp="1"/>
          </p:cNvSpPr>
          <p:nvPr>
            <p:ph type="body"/>
          </p:nvPr>
        </p:nvSpPr>
        <p:spPr>
          <a:xfrm>
            <a:off x="4529160" y="1503360"/>
            <a:ext cx="3133440" cy="42012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67" name="PlaceHolder 6"/>
          <p:cNvSpPr>
            <a:spLocks noGrp="1"/>
          </p:cNvSpPr>
          <p:nvPr>
            <p:ph type="body" hasCustomPrompt="1"/>
          </p:nvPr>
        </p:nvSpPr>
        <p:spPr>
          <a:xfrm>
            <a:off x="4529160" y="572400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68" name="PlaceHolder 7"/>
          <p:cNvSpPr>
            <a:spLocks noGrp="1"/>
          </p:cNvSpPr>
          <p:nvPr>
            <p:ph type="body"/>
          </p:nvPr>
        </p:nvSpPr>
        <p:spPr>
          <a:xfrm>
            <a:off x="320040" y="1483920"/>
            <a:ext cx="3133440" cy="42012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69" name="PlaceHolder 8"/>
          <p:cNvSpPr>
            <a:spLocks noGrp="1"/>
          </p:cNvSpPr>
          <p:nvPr>
            <p:ph type="body" hasCustomPrompt="1"/>
          </p:nvPr>
        </p:nvSpPr>
        <p:spPr>
          <a:xfrm>
            <a:off x="320040" y="570456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70" name="PlaceHolder 9"/>
          <p:cNvSpPr>
            <a:spLocks noGrp="1"/>
          </p:cNvSpPr>
          <p:nvPr>
            <p:ph type="body"/>
          </p:nvPr>
        </p:nvSpPr>
        <p:spPr>
          <a:xfrm>
            <a:off x="11162160" y="1258200"/>
            <a:ext cx="815760" cy="81684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
        <p:nvSpPr>
          <p:cNvPr id="171" name="PlaceHolder 10"/>
          <p:cNvSpPr>
            <a:spLocks noGrp="1"/>
          </p:cNvSpPr>
          <p:nvPr>
            <p:ph type="body"/>
          </p:nvPr>
        </p:nvSpPr>
        <p:spPr>
          <a:xfrm>
            <a:off x="7077600" y="1257840"/>
            <a:ext cx="815760" cy="81684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
        <p:nvSpPr>
          <p:cNvPr id="172" name="PlaceHolder 11"/>
          <p:cNvSpPr>
            <a:spLocks noGrp="1"/>
          </p:cNvSpPr>
          <p:nvPr>
            <p:ph type="body"/>
          </p:nvPr>
        </p:nvSpPr>
        <p:spPr>
          <a:xfrm>
            <a:off x="2868840" y="1260360"/>
            <a:ext cx="815760" cy="81684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Çift Resim + Metin">
    <p:bg>
      <p:bgPr>
        <a:solidFill>
          <a:srgbClr val="FFFFFF"/>
        </a:solidFill>
        <a:effectLst/>
      </p:bgPr>
    </p:bg>
    <p:spTree>
      <p:nvGrpSpPr>
        <p:cNvPr id="1" name=""/>
        <p:cNvGrpSpPr/>
        <p:nvPr/>
      </p:nvGrpSpPr>
      <p:grpSpPr>
        <a:xfrm>
          <a:off x="0" y="0"/>
          <a:ext cx="0" cy="0"/>
          <a:chOff x="0" y="0"/>
          <a:chExt cx="0" cy="0"/>
        </a:xfrm>
      </p:grpSpPr>
      <p:pic>
        <p:nvPicPr>
          <p:cNvPr id="173" name="Resim 6"/>
          <p:cNvPicPr/>
          <p:nvPr/>
        </p:nvPicPr>
        <p:blipFill>
          <a:blip r:embed="rId2"/>
          <a:stretch/>
        </p:blipFill>
        <p:spPr>
          <a:xfrm>
            <a:off x="277920" y="216360"/>
            <a:ext cx="1727640" cy="625680"/>
          </a:xfrm>
          <a:prstGeom prst="rect">
            <a:avLst/>
          </a:prstGeom>
          <a:noFill/>
          <a:ln w="0">
            <a:noFill/>
          </a:ln>
        </p:spPr>
      </p:pic>
      <p:sp>
        <p:nvSpPr>
          <p:cNvPr id="174"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75"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DFE292DE-EDA4-4C63-8E25-635B916232BC}"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176" name="PlaceHolder 1"/>
          <p:cNvSpPr>
            <a:spLocks noGrp="1"/>
          </p:cNvSpPr>
          <p:nvPr>
            <p:ph type="sldNum" idx="17"/>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CC157F69-DB63-4966-8097-75B26AC0AA89}"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77"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dk1">
                  <a:alpha val="0"/>
                </a:schemeClr>
              </a:solidFill>
              <a:effectLst/>
              <a:uFillTx/>
              <a:latin typeface="Calibri"/>
            </a:endParaRPr>
          </a:p>
        </p:txBody>
      </p:sp>
      <p:sp>
        <p:nvSpPr>
          <p:cNvPr id="178" name="PlaceHolder 3"/>
          <p:cNvSpPr>
            <a:spLocks noGrp="1"/>
          </p:cNvSpPr>
          <p:nvPr>
            <p:ph type="body" hasCustomPrompt="1"/>
          </p:nvPr>
        </p:nvSpPr>
        <p:spPr>
          <a:xfrm>
            <a:off x="321840" y="4944960"/>
            <a:ext cx="115650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sit amet nisl vel placerat. Nam mauris eros, tristique sed enim ut, vehicula fermentum lorem. In commodo suscipit iaculis. </a:t>
            </a:r>
            <a:endParaRPr lang="tr-TR" sz="2000" b="0" u="none" strike="noStrike">
              <a:solidFill>
                <a:schemeClr val="dk1">
                  <a:alpha val="0"/>
                </a:schemeClr>
              </a:solidFill>
              <a:effectLst/>
              <a:uFillTx/>
              <a:latin typeface="Calibri"/>
            </a:endParaRPr>
          </a:p>
        </p:txBody>
      </p:sp>
      <p:sp>
        <p:nvSpPr>
          <p:cNvPr id="179" name="PlaceHolder 4"/>
          <p:cNvSpPr>
            <a:spLocks noGrp="1"/>
          </p:cNvSpPr>
          <p:nvPr>
            <p:ph type="body"/>
          </p:nvPr>
        </p:nvSpPr>
        <p:spPr>
          <a:xfrm>
            <a:off x="6103440" y="1316160"/>
            <a:ext cx="4557240" cy="282996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80" name="PlaceHolder 5"/>
          <p:cNvSpPr>
            <a:spLocks noGrp="1"/>
          </p:cNvSpPr>
          <p:nvPr>
            <p:ph type="body" hasCustomPrompt="1"/>
          </p:nvPr>
        </p:nvSpPr>
        <p:spPr>
          <a:xfrm>
            <a:off x="6103440" y="4251600"/>
            <a:ext cx="45572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81" name="PlaceHolder 6"/>
          <p:cNvSpPr>
            <a:spLocks noGrp="1"/>
          </p:cNvSpPr>
          <p:nvPr>
            <p:ph type="body"/>
          </p:nvPr>
        </p:nvSpPr>
        <p:spPr>
          <a:xfrm>
            <a:off x="1166760" y="1316160"/>
            <a:ext cx="4557240" cy="282996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82" name="PlaceHolder 7"/>
          <p:cNvSpPr>
            <a:spLocks noGrp="1"/>
          </p:cNvSpPr>
          <p:nvPr>
            <p:ph type="body" hasCustomPrompt="1"/>
          </p:nvPr>
        </p:nvSpPr>
        <p:spPr>
          <a:xfrm>
            <a:off x="1166760" y="4251600"/>
            <a:ext cx="45572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83" name="PlaceHolder 8"/>
          <p:cNvSpPr>
            <a:spLocks noGrp="1"/>
          </p:cNvSpPr>
          <p:nvPr>
            <p:ph type="body"/>
          </p:nvPr>
        </p:nvSpPr>
        <p:spPr>
          <a:xfrm>
            <a:off x="5130360" y="1104480"/>
            <a:ext cx="815760" cy="81684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
        <p:nvSpPr>
          <p:cNvPr id="184" name="PlaceHolder 9"/>
          <p:cNvSpPr>
            <a:spLocks noGrp="1"/>
          </p:cNvSpPr>
          <p:nvPr>
            <p:ph type="body"/>
          </p:nvPr>
        </p:nvSpPr>
        <p:spPr>
          <a:xfrm>
            <a:off x="10056240" y="1104480"/>
            <a:ext cx="815760" cy="81684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Üç Resim ve Açıklama">
    <p:bg>
      <p:bgPr>
        <a:solidFill>
          <a:srgbClr val="FFFFFF"/>
        </a:solidFill>
        <a:effectLst/>
      </p:bgPr>
    </p:bg>
    <p:spTree>
      <p:nvGrpSpPr>
        <p:cNvPr id="1" name=""/>
        <p:cNvGrpSpPr/>
        <p:nvPr/>
      </p:nvGrpSpPr>
      <p:grpSpPr>
        <a:xfrm>
          <a:off x="0" y="0"/>
          <a:ext cx="0" cy="0"/>
          <a:chOff x="0" y="0"/>
          <a:chExt cx="0" cy="0"/>
        </a:xfrm>
      </p:grpSpPr>
      <p:pic>
        <p:nvPicPr>
          <p:cNvPr id="185" name="Resim 6"/>
          <p:cNvPicPr/>
          <p:nvPr/>
        </p:nvPicPr>
        <p:blipFill>
          <a:blip r:embed="rId2"/>
          <a:stretch/>
        </p:blipFill>
        <p:spPr>
          <a:xfrm>
            <a:off x="277920" y="216360"/>
            <a:ext cx="1727640" cy="625680"/>
          </a:xfrm>
          <a:prstGeom prst="rect">
            <a:avLst/>
          </a:prstGeom>
          <a:noFill/>
          <a:ln w="0">
            <a:noFill/>
          </a:ln>
        </p:spPr>
      </p:pic>
      <p:sp>
        <p:nvSpPr>
          <p:cNvPr id="186"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187"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4938F9ED-DF1D-40F8-809C-D92288A0CB00}"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188" name="PlaceHolder 1"/>
          <p:cNvSpPr>
            <a:spLocks noGrp="1"/>
          </p:cNvSpPr>
          <p:nvPr>
            <p:ph type="sldNum" idx="18"/>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0B78ECC1-7398-41B9-998E-4E52A34BC37B}"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189"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chemeClr val="dk1">
                  <a:alpha val="0"/>
                </a:schemeClr>
              </a:solidFill>
              <a:effectLst/>
              <a:uFillTx/>
              <a:latin typeface="Calibri"/>
            </a:endParaRPr>
          </a:p>
        </p:txBody>
      </p:sp>
      <p:sp>
        <p:nvSpPr>
          <p:cNvPr id="190" name="PlaceHolder 3"/>
          <p:cNvSpPr>
            <a:spLocks noGrp="1"/>
          </p:cNvSpPr>
          <p:nvPr>
            <p:ph type="body" hasCustomPrompt="1"/>
          </p:nvPr>
        </p:nvSpPr>
        <p:spPr>
          <a:xfrm>
            <a:off x="332280" y="4825800"/>
            <a:ext cx="11527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2000" b="0" u="none" strike="noStrike">
                <a:solidFill>
                  <a:srgbClr val="706F6F"/>
                </a:solidFill>
                <a:effectLst/>
                <a:uFillTx/>
                <a:latin typeface="Gotham"/>
              </a:defRPr>
            </a:lvl1pPr>
          </a:lstStyle>
          <a:p>
            <a:pPr indent="0" algn="just" defTabSz="914400">
              <a:lnSpc>
                <a:spcPct val="150000"/>
              </a:lnSpc>
              <a:spcBef>
                <a:spcPts val="1001"/>
              </a:spcBef>
              <a:buNone/>
              <a:tabLst>
                <a:tab pos="0" algn="l"/>
              </a:tabLst>
            </a:pPr>
            <a:r>
              <a:rPr lang="tr-TR" sz="2000" b="0" u="none" strike="noStrike">
                <a:solidFill>
                  <a:srgbClr val="706F6F"/>
                </a:solidFill>
                <a:effectLst/>
                <a:uFillTx/>
                <a:latin typeface="Gotham"/>
              </a:rPr>
              <a:t>Lorem ipsum dolor sit amet, consectetur adipiscing elit. Pellentesque tincidunt sit amet nisl vel placerat. Nam mauris eros, tristique sed enim ut, vehicula fermentum lorem. In commodo suscipit iaculis. </a:t>
            </a:r>
            <a:endParaRPr lang="tr-TR" sz="2000" b="0" u="none" strike="noStrike">
              <a:solidFill>
                <a:schemeClr val="dk1">
                  <a:alpha val="0"/>
                </a:schemeClr>
              </a:solidFill>
              <a:effectLst/>
              <a:uFillTx/>
              <a:latin typeface="Calibri"/>
            </a:endParaRPr>
          </a:p>
        </p:txBody>
      </p:sp>
      <p:sp>
        <p:nvSpPr>
          <p:cNvPr id="191" name="PlaceHolder 4"/>
          <p:cNvSpPr>
            <a:spLocks noGrp="1"/>
          </p:cNvSpPr>
          <p:nvPr>
            <p:ph type="body"/>
          </p:nvPr>
        </p:nvSpPr>
        <p:spPr>
          <a:xfrm>
            <a:off x="332280" y="1506960"/>
            <a:ext cx="3603240" cy="22374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92" name="PlaceHolder 5"/>
          <p:cNvSpPr>
            <a:spLocks noGrp="1"/>
          </p:cNvSpPr>
          <p:nvPr>
            <p:ph type="body"/>
          </p:nvPr>
        </p:nvSpPr>
        <p:spPr>
          <a:xfrm>
            <a:off x="4294080" y="1506960"/>
            <a:ext cx="3603240" cy="22374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93" name="PlaceHolder 6"/>
          <p:cNvSpPr>
            <a:spLocks noGrp="1"/>
          </p:cNvSpPr>
          <p:nvPr>
            <p:ph type="body"/>
          </p:nvPr>
        </p:nvSpPr>
        <p:spPr>
          <a:xfrm>
            <a:off x="8256240" y="1506960"/>
            <a:ext cx="3603240" cy="2237400"/>
          </a:xfrm>
          <a:prstGeom prst="rect">
            <a:avLst/>
          </a:prstGeom>
          <a:solidFill>
            <a:schemeClr val="lt1">
              <a:lumMod val="95000"/>
              <a:alpha val="70000"/>
            </a:schemeClr>
          </a:solidFill>
          <a:ln w="0">
            <a:noFill/>
          </a:ln>
        </p:spPr>
        <p:txBody>
          <a:bodyPr lIns="90000" tIns="45000" rIns="90000" bIns="45000" anchor="t">
            <a:noAutofit/>
          </a:bodyPr>
          <a:lstStyle>
            <a:lvl1pPr indent="0" algn="l" defTabSz="914400">
              <a:lnSpc>
                <a:spcPct val="90000"/>
              </a:lnSpc>
              <a:spcBef>
                <a:spcPts val="1001"/>
              </a:spcBef>
              <a:tabLst>
                <a:tab pos="0" algn="l"/>
              </a:tabLst>
              <a:defRPr lang="tr-TR" sz="1800" b="0" u="none" strike="noStrike">
                <a:solidFill>
                  <a:schemeClr val="dk1">
                    <a:alpha val="0"/>
                  </a:schemeClr>
                </a:solidFill>
                <a:effectLst/>
                <a:uFillTx/>
                <a:latin typeface="Calibri"/>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alpha val="0"/>
                  </a:schemeClr>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alpha val="0"/>
                  </a:schemeClr>
                </a:solidFill>
                <a:effectLst/>
                <a:uFillTx/>
                <a:latin typeface="Calibri"/>
              </a:defRPr>
            </a:lvl7pPr>
          </a:lstStyle>
          <a:p>
            <a:pPr indent="0" algn="l" defTabSz="914400">
              <a:lnSpc>
                <a:spcPct val="90000"/>
              </a:lnSpc>
              <a:spcBef>
                <a:spcPts val="1001"/>
              </a:spcBef>
              <a:tabLst>
                <a:tab pos="0" algn="l"/>
              </a:tabLst>
            </a:pPr>
            <a:r>
              <a:rPr lang="tr-TR" sz="1800" b="0" u="none" strike="noStrike">
                <a:solidFill>
                  <a:schemeClr val="dk1">
                    <a:alpha val="0"/>
                  </a:schemeClr>
                </a:solidFill>
                <a:effectLst/>
                <a:uFillTx/>
                <a:latin typeface="Calibri"/>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alpha val="0"/>
                  </a:schemeClr>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alpha val="0"/>
                  </a:schemeClr>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alpha val="0"/>
                  </a:schemeClr>
                </a:solidFill>
                <a:effectLst/>
                <a:uFillTx/>
                <a:latin typeface="Calibri"/>
              </a:rPr>
              <a:t>Seventh Outline Level</a:t>
            </a:r>
          </a:p>
        </p:txBody>
      </p:sp>
      <p:sp>
        <p:nvSpPr>
          <p:cNvPr id="194" name="PlaceHolder 7"/>
          <p:cNvSpPr>
            <a:spLocks noGrp="1"/>
          </p:cNvSpPr>
          <p:nvPr>
            <p:ph type="body" hasCustomPrompt="1"/>
          </p:nvPr>
        </p:nvSpPr>
        <p:spPr>
          <a:xfrm>
            <a:off x="4294080" y="4001400"/>
            <a:ext cx="3603240" cy="40032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95" name="PlaceHolder 8"/>
          <p:cNvSpPr>
            <a:spLocks noGrp="1"/>
          </p:cNvSpPr>
          <p:nvPr>
            <p:ph type="body" hasCustomPrompt="1"/>
          </p:nvPr>
        </p:nvSpPr>
        <p:spPr>
          <a:xfrm>
            <a:off x="8256240" y="3992400"/>
            <a:ext cx="3603240" cy="40032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96" name="PlaceHolder 9"/>
          <p:cNvSpPr>
            <a:spLocks noGrp="1"/>
          </p:cNvSpPr>
          <p:nvPr>
            <p:ph type="body" hasCustomPrompt="1"/>
          </p:nvPr>
        </p:nvSpPr>
        <p:spPr>
          <a:xfrm>
            <a:off x="332280" y="4019400"/>
            <a:ext cx="3603240" cy="40032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0"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0" u="none" strike="noStrike">
                <a:solidFill>
                  <a:srgbClr val="706F6F"/>
                </a:solidFill>
                <a:effectLst/>
                <a:uFillTx/>
                <a:latin typeface="Gotham"/>
              </a:rPr>
              <a:t>Fotoğraf Açıklaması</a:t>
            </a:r>
            <a:endParaRPr lang="tr-TR" sz="1600" b="0" u="none" strike="noStrike">
              <a:solidFill>
                <a:schemeClr val="dk1">
                  <a:alpha val="0"/>
                </a:schemeClr>
              </a:solidFill>
              <a:effectLst/>
              <a:uFillTx/>
              <a:latin typeface="Calibri"/>
            </a:endParaRPr>
          </a:p>
        </p:txBody>
      </p:sp>
      <p:sp>
        <p:nvSpPr>
          <p:cNvPr id="197" name="PlaceHolder 10"/>
          <p:cNvSpPr>
            <a:spLocks noGrp="1"/>
          </p:cNvSpPr>
          <p:nvPr>
            <p:ph type="body"/>
          </p:nvPr>
        </p:nvSpPr>
        <p:spPr>
          <a:xfrm>
            <a:off x="3418560" y="1331280"/>
            <a:ext cx="713160" cy="71388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
        <p:nvSpPr>
          <p:cNvPr id="198" name="PlaceHolder 11"/>
          <p:cNvSpPr>
            <a:spLocks noGrp="1"/>
          </p:cNvSpPr>
          <p:nvPr>
            <p:ph type="body"/>
          </p:nvPr>
        </p:nvSpPr>
        <p:spPr>
          <a:xfrm>
            <a:off x="7363440" y="1331280"/>
            <a:ext cx="713160" cy="71388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
        <p:nvSpPr>
          <p:cNvPr id="199" name="PlaceHolder 12"/>
          <p:cNvSpPr>
            <a:spLocks noGrp="1"/>
          </p:cNvSpPr>
          <p:nvPr>
            <p:ph type="body"/>
          </p:nvPr>
        </p:nvSpPr>
        <p:spPr>
          <a:xfrm>
            <a:off x="11325600" y="1335960"/>
            <a:ext cx="713160" cy="713880"/>
          </a:xfrm>
          <a:prstGeom prst="rect">
            <a:avLst/>
          </a:prstGeom>
          <a:blipFill rotWithShape="0">
            <a:blip r:embed="rId3"/>
            <a:stretch/>
          </a:blipFill>
          <a:ln w="0">
            <a:noFill/>
          </a:ln>
        </p:spPr>
        <p:txBody>
          <a:bodyPr lIns="91440" tIns="45720" rIns="91440" bIns="45720" anchor="t">
            <a:noAutofit/>
          </a:bodyPr>
          <a:lstStyle>
            <a:lvl1pPr algn="l" defTabSz="914400">
              <a:lnSpc>
                <a:spcPct val="90000"/>
              </a:lnSpc>
              <a:spcBef>
                <a:spcPts val="1001"/>
              </a:spcBef>
              <a:buClr>
                <a:srgbClr val="3E3E3E"/>
              </a:buClr>
              <a:buFont typeface="Arial"/>
              <a:buChar char="•"/>
              <a:tabLst>
                <a:tab pos="0" algn="l"/>
              </a:tabLst>
              <a:defRPr lang="tr-TR" sz="2800" b="0" u="none" strike="noStrike">
                <a:solidFill>
                  <a:schemeClr val="dk1">
                    <a:alpha val="0"/>
                  </a:schemeClr>
                </a:solidFill>
                <a:effectLst/>
                <a:uFillTx/>
                <a:latin typeface="Calibri"/>
              </a:defRPr>
            </a:lvl1pPr>
            <a:lvl2pPr lvl="1" algn="l" defTabSz="914400">
              <a:lnSpc>
                <a:spcPct val="90000"/>
              </a:lnSpc>
              <a:spcBef>
                <a:spcPts val="499"/>
              </a:spcBef>
              <a:buClr>
                <a:srgbClr val="3E3E3E"/>
              </a:buClr>
              <a:buFont typeface="Arial"/>
              <a:buChar char="•"/>
              <a:tabLst>
                <a:tab pos="0" algn="l"/>
              </a:tabLst>
              <a:defRPr lang="tr-TR" sz="2400" b="0" u="none" strike="noStrike">
                <a:solidFill>
                  <a:schemeClr val="dk1">
                    <a:alpha val="0"/>
                  </a:schemeClr>
                </a:solidFill>
                <a:effectLst/>
                <a:uFillTx/>
                <a:latin typeface="Calibri"/>
              </a:defRPr>
            </a:lvl2pPr>
            <a:lvl3pPr lvl="2" algn="l" defTabSz="914400">
              <a:lnSpc>
                <a:spcPct val="90000"/>
              </a:lnSpc>
              <a:spcBef>
                <a:spcPts val="499"/>
              </a:spcBef>
              <a:buClr>
                <a:srgbClr val="3E3E3E"/>
              </a:buClr>
              <a:buFont typeface="Arial"/>
              <a:buChar char="•"/>
              <a:tabLst>
                <a:tab pos="0" algn="l"/>
              </a:tabLst>
              <a:defRPr lang="tr-TR" sz="2000" b="0" u="none" strike="noStrike">
                <a:solidFill>
                  <a:schemeClr val="dk1">
                    <a:alpha val="0"/>
                  </a:schemeClr>
                </a:solidFill>
                <a:effectLst/>
                <a:uFillTx/>
                <a:latin typeface="Calibri"/>
              </a:defRPr>
            </a:lvl3pPr>
            <a:lvl4pPr lvl="3"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4pPr>
            <a:lvl5pPr lvl="4" algn="l" defTabSz="914400">
              <a:lnSpc>
                <a:spcPct val="90000"/>
              </a:lnSpc>
              <a:spcBef>
                <a:spcPts val="499"/>
              </a:spcBef>
              <a:buClr>
                <a:srgbClr val="3E3E3E"/>
              </a:buClr>
              <a:buFont typeface="Arial"/>
              <a:buChar char="•"/>
              <a:tabLst>
                <a:tab pos="0" algn="l"/>
              </a:tabLst>
              <a:defRPr lang="tr-TR" sz="1800" b="0" u="none" strike="noStrike">
                <a:solidFill>
                  <a:schemeClr val="dk1">
                    <a:alpha val="0"/>
                  </a:schemeClr>
                </a:solidFill>
                <a:effectLst/>
                <a:uFillTx/>
                <a:latin typeface="Calibri"/>
              </a:defRPr>
            </a:lvl5pPr>
          </a:lstStyle>
          <a:p>
            <a:pPr marL="228600" indent="-228600" algn="l" defTabSz="914400">
              <a:lnSpc>
                <a:spcPct val="90000"/>
              </a:lnSpc>
              <a:spcBef>
                <a:spcPts val="1001"/>
              </a:spcBef>
              <a:buClr>
                <a:srgbClr val="3E3E3E"/>
              </a:buClr>
              <a:buFont typeface="Arial"/>
              <a:buChar char="•"/>
              <a:tabLst>
                <a:tab pos="0" algn="l"/>
              </a:tabLst>
            </a:pPr>
            <a:r>
              <a:rPr lang="tr-TR" sz="2800" b="0" u="none" strike="noStrike">
                <a:solidFill>
                  <a:schemeClr val="dk1">
                    <a:alpha val="0"/>
                  </a:schemeClr>
                </a:solidFill>
                <a:effectLst/>
                <a:uFillTx/>
                <a:latin typeface="Calibri"/>
              </a:rPr>
              <a:t>Asıl metin stillerini düzenlemek için tıklayın</a:t>
            </a:r>
          </a:p>
          <a:p>
            <a:pPr marL="685800" lvl="1" indent="-228600" algn="l" defTabSz="914400">
              <a:lnSpc>
                <a:spcPct val="90000"/>
              </a:lnSpc>
              <a:spcBef>
                <a:spcPts val="499"/>
              </a:spcBef>
              <a:buClr>
                <a:srgbClr val="3E3E3E"/>
              </a:buClr>
              <a:buFont typeface="Arial"/>
              <a:buChar char="•"/>
              <a:tabLst>
                <a:tab pos="0" algn="l"/>
              </a:tabLst>
            </a:pPr>
            <a:r>
              <a:rPr lang="tr-TR" sz="2400" b="0" u="none" strike="noStrike">
                <a:solidFill>
                  <a:schemeClr val="dk1">
                    <a:alpha val="0"/>
                  </a:schemeClr>
                </a:solidFill>
                <a:effectLst/>
                <a:uFillTx/>
                <a:latin typeface="Calibri"/>
              </a:rPr>
              <a:t>İkinci düzey</a:t>
            </a:r>
          </a:p>
          <a:p>
            <a:pPr marL="1143000" lvl="2" indent="-228600" algn="l" defTabSz="914400">
              <a:lnSpc>
                <a:spcPct val="90000"/>
              </a:lnSpc>
              <a:spcBef>
                <a:spcPts val="499"/>
              </a:spcBef>
              <a:buClr>
                <a:srgbClr val="3E3E3E"/>
              </a:buClr>
              <a:buFont typeface="Arial"/>
              <a:buChar char="•"/>
              <a:tabLst>
                <a:tab pos="0" algn="l"/>
              </a:tabLst>
            </a:pPr>
            <a:r>
              <a:rPr lang="tr-TR" sz="2000" b="0" u="none" strike="noStrike">
                <a:solidFill>
                  <a:schemeClr val="dk1">
                    <a:alpha val="0"/>
                  </a:schemeClr>
                </a:solidFill>
                <a:effectLst/>
                <a:uFillTx/>
                <a:latin typeface="Calibri"/>
              </a:rPr>
              <a:t>Üçüncü düzey</a:t>
            </a:r>
          </a:p>
          <a:p>
            <a:pPr marL="1600200" lvl="3"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Dördüncü düzey</a:t>
            </a:r>
          </a:p>
          <a:p>
            <a:pPr marL="2057400" lvl="4" indent="-228600" algn="l" defTabSz="914400">
              <a:lnSpc>
                <a:spcPct val="90000"/>
              </a:lnSpc>
              <a:spcBef>
                <a:spcPts val="499"/>
              </a:spcBef>
              <a:buClr>
                <a:srgbClr val="3E3E3E"/>
              </a:buClr>
              <a:buFont typeface="Arial"/>
              <a:buChar char="•"/>
              <a:tabLst>
                <a:tab pos="0" algn="l"/>
              </a:tabLst>
            </a:pPr>
            <a:r>
              <a:rPr lang="tr-TR" sz="1800" b="0" u="none" strike="noStrike">
                <a:solidFill>
                  <a:schemeClr val="dk1">
                    <a:alpha val="0"/>
                  </a:schemeClr>
                </a:solidFill>
                <a:effectLst/>
                <a:uFillTx/>
                <a:latin typeface="Calibri"/>
              </a:rPr>
              <a:t>Beşinci düzey</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örtlü-ikonlu-açıklama">
    <p:bg>
      <p:bgPr>
        <a:solidFill>
          <a:srgbClr val="FFFFFF"/>
        </a:solidFill>
        <a:effectLst/>
      </p:bgPr>
    </p:bg>
    <p:spTree>
      <p:nvGrpSpPr>
        <p:cNvPr id="1" name=""/>
        <p:cNvGrpSpPr/>
        <p:nvPr/>
      </p:nvGrpSpPr>
      <p:grpSpPr>
        <a:xfrm>
          <a:off x="0" y="0"/>
          <a:ext cx="0" cy="0"/>
          <a:chOff x="0" y="0"/>
          <a:chExt cx="0" cy="0"/>
        </a:xfrm>
      </p:grpSpPr>
      <p:pic>
        <p:nvPicPr>
          <p:cNvPr id="200" name="Resim 6"/>
          <p:cNvPicPr/>
          <p:nvPr/>
        </p:nvPicPr>
        <p:blipFill>
          <a:blip r:embed="rId2"/>
          <a:stretch/>
        </p:blipFill>
        <p:spPr>
          <a:xfrm>
            <a:off x="277920" y="216360"/>
            <a:ext cx="1727640" cy="625680"/>
          </a:xfrm>
          <a:prstGeom prst="rect">
            <a:avLst/>
          </a:prstGeom>
          <a:noFill/>
          <a:ln w="0">
            <a:noFill/>
          </a:ln>
        </p:spPr>
      </p:pic>
      <p:sp>
        <p:nvSpPr>
          <p:cNvPr id="201"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202"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C9D14F1C-F4B5-4190-AE93-7A9DF19EC7A8}"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203" name="PlaceHolder 1"/>
          <p:cNvSpPr>
            <a:spLocks noGrp="1"/>
          </p:cNvSpPr>
          <p:nvPr>
            <p:ph type="sldNum" idx="19"/>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8C4A2C05-749A-4931-8180-5F5D9460A74B}"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204"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grpSp>
        <p:nvGrpSpPr>
          <p:cNvPr id="205" name="Grup 28"/>
          <p:cNvGrpSpPr/>
          <p:nvPr/>
        </p:nvGrpSpPr>
        <p:grpSpPr>
          <a:xfrm>
            <a:off x="504720" y="1561680"/>
            <a:ext cx="11182680" cy="3938400"/>
            <a:chOff x="504720" y="1561680"/>
            <a:chExt cx="11182680" cy="3938400"/>
          </a:xfrm>
        </p:grpSpPr>
        <p:sp>
          <p:nvSpPr>
            <p:cNvPr id="206" name="Hexagon 2"/>
            <p:cNvSpPr/>
            <p:nvPr/>
          </p:nvSpPr>
          <p:spPr>
            <a:xfrm rot="5400000">
              <a:off x="304560" y="2640240"/>
              <a:ext cx="3059640" cy="2659680"/>
            </a:xfrm>
            <a:prstGeom prst="hexagon">
              <a:avLst>
                <a:gd name="adj" fmla="val 29281"/>
                <a:gd name="vf" fmla="val 115470"/>
              </a:avLst>
            </a:prstGeom>
            <a:solidFill>
              <a:srgbClr val="8E1438"/>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sp>
          <p:nvSpPr>
            <p:cNvPr id="207" name="Hexagon 3"/>
            <p:cNvSpPr/>
            <p:nvPr/>
          </p:nvSpPr>
          <p:spPr>
            <a:xfrm rot="16200000" flipH="1">
              <a:off x="8827560" y="2640240"/>
              <a:ext cx="3059640" cy="2659680"/>
            </a:xfrm>
            <a:prstGeom prst="hexagon">
              <a:avLst>
                <a:gd name="adj" fmla="val 29281"/>
                <a:gd name="vf" fmla="val 115470"/>
              </a:avLst>
            </a:prstGeom>
            <a:solidFill>
              <a:srgbClr val="8E1438">
                <a:alpha val="40000"/>
              </a:srgbClr>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sp>
          <p:nvSpPr>
            <p:cNvPr id="208" name="Hexagon 4"/>
            <p:cNvSpPr/>
            <p:nvPr/>
          </p:nvSpPr>
          <p:spPr>
            <a:xfrm rot="5400000">
              <a:off x="3149640" y="1839960"/>
              <a:ext cx="3059640" cy="2659680"/>
            </a:xfrm>
            <a:prstGeom prst="hexagon">
              <a:avLst>
                <a:gd name="adj" fmla="val 29281"/>
                <a:gd name="vf" fmla="val 115470"/>
              </a:avLst>
            </a:prstGeom>
            <a:solidFill>
              <a:srgbClr val="8E1438">
                <a:alpha val="80000"/>
              </a:srgbClr>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sp>
          <p:nvSpPr>
            <p:cNvPr id="209" name="Hexagon 5"/>
            <p:cNvSpPr/>
            <p:nvPr/>
          </p:nvSpPr>
          <p:spPr>
            <a:xfrm rot="16200000" flipH="1">
              <a:off x="5982480" y="1839960"/>
              <a:ext cx="3059640" cy="2659680"/>
            </a:xfrm>
            <a:prstGeom prst="hexagon">
              <a:avLst>
                <a:gd name="adj" fmla="val 29281"/>
                <a:gd name="vf" fmla="val 115470"/>
              </a:avLst>
            </a:prstGeom>
            <a:solidFill>
              <a:srgbClr val="8E1438">
                <a:alpha val="60000"/>
              </a:srgbClr>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grpSp>
          <p:nvGrpSpPr>
            <p:cNvPr id="210" name="Group 6"/>
            <p:cNvGrpSpPr/>
            <p:nvPr/>
          </p:nvGrpSpPr>
          <p:grpSpPr>
            <a:xfrm>
              <a:off x="3608280" y="1561680"/>
              <a:ext cx="734400" cy="734400"/>
              <a:chOff x="3608280" y="1561680"/>
              <a:chExt cx="734400" cy="734400"/>
            </a:xfrm>
          </p:grpSpPr>
          <p:sp>
            <p:nvSpPr>
              <p:cNvPr id="211" name="Rectangle: Rounded Corners 7"/>
              <p:cNvSpPr/>
              <p:nvPr/>
            </p:nvSpPr>
            <p:spPr>
              <a:xfrm>
                <a:off x="3608280" y="1561680"/>
                <a:ext cx="734400" cy="734400"/>
              </a:xfrm>
              <a:prstGeom prst="roundRect">
                <a:avLst>
                  <a:gd name="adj" fmla="val 30953"/>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12" name="Rectangle 8"/>
              <p:cNvSpPr/>
              <p:nvPr/>
            </p:nvSpPr>
            <p:spPr>
              <a:xfrm>
                <a:off x="3801240" y="1755000"/>
                <a:ext cx="348480" cy="348480"/>
              </a:xfrm>
              <a:prstGeom prst="rect">
                <a:avLst/>
              </a:prstGeom>
              <a:blipFill rotWithShape="0">
                <a:blip>
                  <a:extLst>
                    <a:ext uri="{96DAC541-7B7A-43D3-8B79-37D633B846F1}">
                      <asvg:svgBlip xmlns:asvg="http://schemas.microsoft.com/office/drawing/2016/SVG/main" r:embed="rId3"/>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grpSp>
        <p:grpSp>
          <p:nvGrpSpPr>
            <p:cNvPr id="213" name="Group 9"/>
            <p:cNvGrpSpPr/>
            <p:nvPr/>
          </p:nvGrpSpPr>
          <p:grpSpPr>
            <a:xfrm>
              <a:off x="7841520" y="1570680"/>
              <a:ext cx="739440" cy="739440"/>
              <a:chOff x="7841520" y="1570680"/>
              <a:chExt cx="739440" cy="739440"/>
            </a:xfrm>
          </p:grpSpPr>
          <p:sp>
            <p:nvSpPr>
              <p:cNvPr id="214" name="Rectangle: Rounded Corners 10"/>
              <p:cNvSpPr/>
              <p:nvPr/>
            </p:nvSpPr>
            <p:spPr>
              <a:xfrm>
                <a:off x="7841520" y="1570680"/>
                <a:ext cx="739440" cy="739440"/>
              </a:xfrm>
              <a:prstGeom prst="roundRect">
                <a:avLst>
                  <a:gd name="adj" fmla="val 36182"/>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15" name="Rectangle 11"/>
              <p:cNvSpPr/>
              <p:nvPr/>
            </p:nvSpPr>
            <p:spPr>
              <a:xfrm>
                <a:off x="8035920" y="1765080"/>
                <a:ext cx="350640" cy="350640"/>
              </a:xfrm>
              <a:prstGeom prst="rect">
                <a:avLst/>
              </a:prstGeom>
              <a:blipFill rotWithShape="0">
                <a:blip>
                  <a:extLst>
                    <a:ext uri="{96DAC541-7B7A-43D3-8B79-37D633B846F1}">
                      <asvg:svgBlip xmlns:asvg="http://schemas.microsoft.com/office/drawing/2016/SVG/main" r:embed="rId4"/>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grpSp>
        <p:grpSp>
          <p:nvGrpSpPr>
            <p:cNvPr id="216" name="Group 12"/>
            <p:cNvGrpSpPr/>
            <p:nvPr/>
          </p:nvGrpSpPr>
          <p:grpSpPr>
            <a:xfrm>
              <a:off x="10735920" y="2403720"/>
              <a:ext cx="743400" cy="743400"/>
              <a:chOff x="10735920" y="2403720"/>
              <a:chExt cx="743400" cy="743400"/>
            </a:xfrm>
          </p:grpSpPr>
          <p:sp>
            <p:nvSpPr>
              <p:cNvPr id="217" name="Rectangle: Rounded Corners 13"/>
              <p:cNvSpPr/>
              <p:nvPr/>
            </p:nvSpPr>
            <p:spPr>
              <a:xfrm>
                <a:off x="10735920" y="2403720"/>
                <a:ext cx="743400" cy="743400"/>
              </a:xfrm>
              <a:prstGeom prst="roundRect">
                <a:avLst>
                  <a:gd name="adj" fmla="val 30779"/>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18" name="Rectangle 14"/>
              <p:cNvSpPr/>
              <p:nvPr/>
            </p:nvSpPr>
            <p:spPr>
              <a:xfrm>
                <a:off x="10931400" y="2599200"/>
                <a:ext cx="352800" cy="352800"/>
              </a:xfrm>
              <a:prstGeom prst="rect">
                <a:avLst/>
              </a:prstGeom>
              <a:blipFill rotWithShape="0">
                <a:blip>
                  <a:extLst>
                    <a:ext uri="{96DAC541-7B7A-43D3-8B79-37D633B846F1}">
                      <asvg:svgBlip xmlns:asvg="http://schemas.microsoft.com/office/drawing/2016/SVG/main" r:embed="rId5"/>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grpSp>
        <p:sp>
          <p:nvSpPr>
            <p:cNvPr id="219" name="Rectangle: Rounded Corners 16"/>
            <p:cNvSpPr/>
            <p:nvPr/>
          </p:nvSpPr>
          <p:spPr>
            <a:xfrm>
              <a:off x="823320" y="2308320"/>
              <a:ext cx="726840" cy="726840"/>
            </a:xfrm>
            <a:prstGeom prst="roundRect">
              <a:avLst>
                <a:gd name="adj" fmla="val 38320"/>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20" name="Rectangle 17"/>
            <p:cNvSpPr/>
            <p:nvPr/>
          </p:nvSpPr>
          <p:spPr>
            <a:xfrm>
              <a:off x="1014480" y="2499480"/>
              <a:ext cx="344880" cy="344880"/>
            </a:xfrm>
            <a:prstGeom prst="rect">
              <a:avLst/>
            </a:prstGeom>
            <a:blipFill rotWithShape="0">
              <a:blip>
                <a:extLst>
                  <a:ext uri="{96DAC541-7B7A-43D3-8B79-37D633B846F1}">
                    <asvg:svgBlip xmlns:asvg="http://schemas.microsoft.com/office/drawing/2016/SVG/main" r:embed="rId6"/>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grpSp>
      <p:sp>
        <p:nvSpPr>
          <p:cNvPr id="221" name="PlaceHolder 3"/>
          <p:cNvSpPr>
            <a:spLocks noGrp="1"/>
          </p:cNvSpPr>
          <p:nvPr>
            <p:ph type="body" hasCustomPrompt="1"/>
          </p:nvPr>
        </p:nvSpPr>
        <p:spPr>
          <a:xfrm>
            <a:off x="623520" y="353520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22" name="PlaceHolder 4"/>
          <p:cNvSpPr>
            <a:spLocks noGrp="1"/>
          </p:cNvSpPr>
          <p:nvPr>
            <p:ph type="body" hasCustomPrompt="1"/>
          </p:nvPr>
        </p:nvSpPr>
        <p:spPr>
          <a:xfrm>
            <a:off x="635040" y="316692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23" name="PlaceHolder 5"/>
          <p:cNvSpPr>
            <a:spLocks noGrp="1"/>
          </p:cNvSpPr>
          <p:nvPr>
            <p:ph type="body" hasCustomPrompt="1"/>
          </p:nvPr>
        </p:nvSpPr>
        <p:spPr>
          <a:xfrm>
            <a:off x="3468240" y="276336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24" name="PlaceHolder 6"/>
          <p:cNvSpPr>
            <a:spLocks noGrp="1"/>
          </p:cNvSpPr>
          <p:nvPr>
            <p:ph type="body" hasCustomPrompt="1"/>
          </p:nvPr>
        </p:nvSpPr>
        <p:spPr>
          <a:xfrm>
            <a:off x="3479760" y="239508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25" name="PlaceHolder 7"/>
          <p:cNvSpPr>
            <a:spLocks noGrp="1"/>
          </p:cNvSpPr>
          <p:nvPr>
            <p:ph type="body" hasCustomPrompt="1"/>
          </p:nvPr>
        </p:nvSpPr>
        <p:spPr>
          <a:xfrm>
            <a:off x="6313320" y="281772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26" name="PlaceHolder 8"/>
          <p:cNvSpPr>
            <a:spLocks noGrp="1"/>
          </p:cNvSpPr>
          <p:nvPr>
            <p:ph type="body" hasCustomPrompt="1"/>
          </p:nvPr>
        </p:nvSpPr>
        <p:spPr>
          <a:xfrm>
            <a:off x="6324840" y="244944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27" name="PlaceHolder 9"/>
          <p:cNvSpPr>
            <a:spLocks noGrp="1"/>
          </p:cNvSpPr>
          <p:nvPr>
            <p:ph type="body" hasCustomPrompt="1"/>
          </p:nvPr>
        </p:nvSpPr>
        <p:spPr>
          <a:xfrm>
            <a:off x="9166320" y="367812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28" name="PlaceHolder 10"/>
          <p:cNvSpPr>
            <a:spLocks noGrp="1"/>
          </p:cNvSpPr>
          <p:nvPr>
            <p:ph type="body" hasCustomPrompt="1"/>
          </p:nvPr>
        </p:nvSpPr>
        <p:spPr>
          <a:xfrm>
            <a:off x="9177840" y="330984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29" name="PlaceHolder 11"/>
          <p:cNvSpPr>
            <a:spLocks noGrp="1"/>
          </p:cNvSpPr>
          <p:nvPr>
            <p:ph type="body" hasCustomPrompt="1"/>
          </p:nvPr>
        </p:nvSpPr>
        <p:spPr>
          <a:xfrm>
            <a:off x="3349800" y="5237640"/>
            <a:ext cx="5492520" cy="101088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8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800" b="0" u="none" strike="noStrike">
                <a:solidFill>
                  <a:srgbClr val="706F6F"/>
                </a:solidFill>
                <a:effectLst/>
                <a:uFillTx/>
                <a:latin typeface="Gotham"/>
              </a:rPr>
              <a:t>Lorem ipsum dolor sit amet, consrtincidunt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Üçlü-ikonlu-açıklama">
    <p:bg>
      <p:bgPr>
        <a:solidFill>
          <a:srgbClr val="FFFFFF"/>
        </a:solidFill>
        <a:effectLst/>
      </p:bgPr>
    </p:bg>
    <p:spTree>
      <p:nvGrpSpPr>
        <p:cNvPr id="1" name=""/>
        <p:cNvGrpSpPr/>
        <p:nvPr/>
      </p:nvGrpSpPr>
      <p:grpSpPr>
        <a:xfrm>
          <a:off x="0" y="0"/>
          <a:ext cx="0" cy="0"/>
          <a:chOff x="0" y="0"/>
          <a:chExt cx="0" cy="0"/>
        </a:xfrm>
      </p:grpSpPr>
      <p:pic>
        <p:nvPicPr>
          <p:cNvPr id="230" name="Resim 6"/>
          <p:cNvPicPr/>
          <p:nvPr/>
        </p:nvPicPr>
        <p:blipFill>
          <a:blip r:embed="rId2"/>
          <a:stretch/>
        </p:blipFill>
        <p:spPr>
          <a:xfrm>
            <a:off x="277920" y="216360"/>
            <a:ext cx="1727640" cy="625680"/>
          </a:xfrm>
          <a:prstGeom prst="rect">
            <a:avLst/>
          </a:prstGeom>
          <a:noFill/>
          <a:ln w="0">
            <a:noFill/>
          </a:ln>
        </p:spPr>
      </p:pic>
      <p:sp>
        <p:nvSpPr>
          <p:cNvPr id="231"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232"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DA348EA7-E3FE-47E8-BD2C-716CFD0FDAB1}"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233" name="PlaceHolder 1"/>
          <p:cNvSpPr>
            <a:spLocks noGrp="1"/>
          </p:cNvSpPr>
          <p:nvPr>
            <p:ph type="sldNum" idx="20"/>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479826B6-969F-4EF1-8F51-D3041507FC03}"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234"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235" name="Hexagon 2"/>
          <p:cNvSpPr/>
          <p:nvPr/>
        </p:nvSpPr>
        <p:spPr>
          <a:xfrm rot="5400000">
            <a:off x="826920" y="2089440"/>
            <a:ext cx="3059640" cy="2659680"/>
          </a:xfrm>
          <a:prstGeom prst="hexagon">
            <a:avLst>
              <a:gd name="adj" fmla="val 29281"/>
              <a:gd name="vf" fmla="val 115470"/>
            </a:avLst>
          </a:prstGeom>
          <a:solidFill>
            <a:srgbClr val="8E1438"/>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sp>
        <p:nvSpPr>
          <p:cNvPr id="236" name="Hexagon 4"/>
          <p:cNvSpPr/>
          <p:nvPr/>
        </p:nvSpPr>
        <p:spPr>
          <a:xfrm rot="5400000">
            <a:off x="4564080" y="1839960"/>
            <a:ext cx="3059640" cy="2659680"/>
          </a:xfrm>
          <a:prstGeom prst="hexagon">
            <a:avLst>
              <a:gd name="adj" fmla="val 29281"/>
              <a:gd name="vf" fmla="val 115470"/>
            </a:avLst>
          </a:prstGeom>
          <a:solidFill>
            <a:srgbClr val="8E1438">
              <a:alpha val="80000"/>
            </a:srgbClr>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sp>
        <p:nvSpPr>
          <p:cNvPr id="237" name="Hexagon 5"/>
          <p:cNvSpPr/>
          <p:nvPr/>
        </p:nvSpPr>
        <p:spPr>
          <a:xfrm rot="16200000" flipH="1">
            <a:off x="8305200" y="2089440"/>
            <a:ext cx="3059640" cy="2659680"/>
          </a:xfrm>
          <a:prstGeom prst="hexagon">
            <a:avLst>
              <a:gd name="adj" fmla="val 29281"/>
              <a:gd name="vf" fmla="val 115470"/>
            </a:avLst>
          </a:prstGeom>
          <a:solidFill>
            <a:srgbClr val="8E1438">
              <a:alpha val="60000"/>
            </a:srgbClr>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grpSp>
        <p:nvGrpSpPr>
          <p:cNvPr id="238" name="Group 6"/>
          <p:cNvGrpSpPr/>
          <p:nvPr/>
        </p:nvGrpSpPr>
        <p:grpSpPr>
          <a:xfrm>
            <a:off x="5022720" y="1561680"/>
            <a:ext cx="734400" cy="734400"/>
            <a:chOff x="5022720" y="1561680"/>
            <a:chExt cx="734400" cy="734400"/>
          </a:xfrm>
        </p:grpSpPr>
        <p:sp>
          <p:nvSpPr>
            <p:cNvPr id="239" name="Rectangle: Rounded Corners 7"/>
            <p:cNvSpPr/>
            <p:nvPr/>
          </p:nvSpPr>
          <p:spPr>
            <a:xfrm>
              <a:off x="5022720" y="1561680"/>
              <a:ext cx="734400" cy="734400"/>
            </a:xfrm>
            <a:prstGeom prst="roundRect">
              <a:avLst>
                <a:gd name="adj" fmla="val 30953"/>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40" name="Rectangle 8"/>
            <p:cNvSpPr/>
            <p:nvPr/>
          </p:nvSpPr>
          <p:spPr>
            <a:xfrm>
              <a:off x="5215680" y="1755000"/>
              <a:ext cx="348480" cy="348480"/>
            </a:xfrm>
            <a:prstGeom prst="rect">
              <a:avLst/>
            </a:prstGeom>
            <a:blipFill rotWithShape="0">
              <a:blip>
                <a:extLst>
                  <a:ext uri="{96DAC541-7B7A-43D3-8B79-37D633B846F1}">
                    <asvg:svgBlip xmlns:asvg="http://schemas.microsoft.com/office/drawing/2016/SVG/main" r:embed="rId3"/>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grpSp>
      <p:grpSp>
        <p:nvGrpSpPr>
          <p:cNvPr id="241" name="Group 9"/>
          <p:cNvGrpSpPr/>
          <p:nvPr/>
        </p:nvGrpSpPr>
        <p:grpSpPr>
          <a:xfrm>
            <a:off x="10164240" y="1820160"/>
            <a:ext cx="739440" cy="739440"/>
            <a:chOff x="10164240" y="1820160"/>
            <a:chExt cx="739440" cy="739440"/>
          </a:xfrm>
        </p:grpSpPr>
        <p:sp>
          <p:nvSpPr>
            <p:cNvPr id="242" name="Rectangle: Rounded Corners 10"/>
            <p:cNvSpPr/>
            <p:nvPr/>
          </p:nvSpPr>
          <p:spPr>
            <a:xfrm>
              <a:off x="10164240" y="1820160"/>
              <a:ext cx="739440" cy="739440"/>
            </a:xfrm>
            <a:prstGeom prst="roundRect">
              <a:avLst>
                <a:gd name="adj" fmla="val 36182"/>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43" name="Rectangle 11"/>
            <p:cNvSpPr/>
            <p:nvPr/>
          </p:nvSpPr>
          <p:spPr>
            <a:xfrm>
              <a:off x="10358640" y="2014560"/>
              <a:ext cx="350640" cy="350640"/>
            </a:xfrm>
            <a:prstGeom prst="rect">
              <a:avLst/>
            </a:prstGeom>
            <a:blipFill rotWithShape="0">
              <a:blip>
                <a:extLst>
                  <a:ext uri="{96DAC541-7B7A-43D3-8B79-37D633B846F1}">
                    <asvg:svgBlip xmlns:asvg="http://schemas.microsoft.com/office/drawing/2016/SVG/main" r:embed="rId4"/>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grpSp>
      <p:sp>
        <p:nvSpPr>
          <p:cNvPr id="244" name="Rectangle: Rounded Corners 16"/>
          <p:cNvSpPr/>
          <p:nvPr/>
        </p:nvSpPr>
        <p:spPr>
          <a:xfrm>
            <a:off x="1345680" y="1757520"/>
            <a:ext cx="726840" cy="726840"/>
          </a:xfrm>
          <a:prstGeom prst="roundRect">
            <a:avLst>
              <a:gd name="adj" fmla="val 38320"/>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45" name="Rectangle 17"/>
          <p:cNvSpPr/>
          <p:nvPr/>
        </p:nvSpPr>
        <p:spPr>
          <a:xfrm>
            <a:off x="1536840" y="1948680"/>
            <a:ext cx="344880" cy="344880"/>
          </a:xfrm>
          <a:prstGeom prst="rect">
            <a:avLst/>
          </a:prstGeom>
          <a:blipFill rotWithShape="0">
            <a:blip>
              <a:extLst>
                <a:ext uri="{96DAC541-7B7A-43D3-8B79-37D633B846F1}">
                  <asvg:svgBlip xmlns:asvg="http://schemas.microsoft.com/office/drawing/2016/SVG/main" r:embed="rId5"/>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sp>
        <p:nvSpPr>
          <p:cNvPr id="246" name="PlaceHolder 3"/>
          <p:cNvSpPr>
            <a:spLocks noGrp="1"/>
          </p:cNvSpPr>
          <p:nvPr>
            <p:ph type="body" hasCustomPrompt="1"/>
          </p:nvPr>
        </p:nvSpPr>
        <p:spPr>
          <a:xfrm>
            <a:off x="1145880" y="298440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47" name="PlaceHolder 4"/>
          <p:cNvSpPr>
            <a:spLocks noGrp="1"/>
          </p:cNvSpPr>
          <p:nvPr>
            <p:ph type="body" hasCustomPrompt="1"/>
          </p:nvPr>
        </p:nvSpPr>
        <p:spPr>
          <a:xfrm>
            <a:off x="1157400" y="261612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48" name="PlaceHolder 5"/>
          <p:cNvSpPr>
            <a:spLocks noGrp="1"/>
          </p:cNvSpPr>
          <p:nvPr>
            <p:ph type="body" hasCustomPrompt="1"/>
          </p:nvPr>
        </p:nvSpPr>
        <p:spPr>
          <a:xfrm>
            <a:off x="4882320" y="276336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49" name="PlaceHolder 6"/>
          <p:cNvSpPr>
            <a:spLocks noGrp="1"/>
          </p:cNvSpPr>
          <p:nvPr>
            <p:ph type="body" hasCustomPrompt="1"/>
          </p:nvPr>
        </p:nvSpPr>
        <p:spPr>
          <a:xfrm>
            <a:off x="4893840" y="239508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50" name="PlaceHolder 7"/>
          <p:cNvSpPr>
            <a:spLocks noGrp="1"/>
          </p:cNvSpPr>
          <p:nvPr>
            <p:ph type="body" hasCustomPrompt="1"/>
          </p:nvPr>
        </p:nvSpPr>
        <p:spPr>
          <a:xfrm>
            <a:off x="8635680" y="306720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51" name="PlaceHolder 8"/>
          <p:cNvSpPr>
            <a:spLocks noGrp="1"/>
          </p:cNvSpPr>
          <p:nvPr>
            <p:ph type="body" hasCustomPrompt="1"/>
          </p:nvPr>
        </p:nvSpPr>
        <p:spPr>
          <a:xfrm>
            <a:off x="8647200" y="269892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52" name="PlaceHolder 9"/>
          <p:cNvSpPr>
            <a:spLocks noGrp="1"/>
          </p:cNvSpPr>
          <p:nvPr>
            <p:ph type="body" hasCustomPrompt="1"/>
          </p:nvPr>
        </p:nvSpPr>
        <p:spPr>
          <a:xfrm>
            <a:off x="3349800" y="5237640"/>
            <a:ext cx="5492520" cy="101088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8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800" b="0" u="none" strike="noStrike">
                <a:solidFill>
                  <a:srgbClr val="706F6F"/>
                </a:solidFill>
                <a:effectLst/>
                <a:uFillTx/>
                <a:latin typeface="Gotham"/>
              </a:rPr>
              <a:t>Lorem ipsum dolor sit amet, consrtincidunt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İkili-ikonlu-açıklama">
    <p:bg>
      <p:bgPr>
        <a:solidFill>
          <a:srgbClr val="FFFFFF"/>
        </a:solidFill>
        <a:effectLst/>
      </p:bgPr>
    </p:bg>
    <p:spTree>
      <p:nvGrpSpPr>
        <p:cNvPr id="1" name=""/>
        <p:cNvGrpSpPr/>
        <p:nvPr/>
      </p:nvGrpSpPr>
      <p:grpSpPr>
        <a:xfrm>
          <a:off x="0" y="0"/>
          <a:ext cx="0" cy="0"/>
          <a:chOff x="0" y="0"/>
          <a:chExt cx="0" cy="0"/>
        </a:xfrm>
      </p:grpSpPr>
      <p:pic>
        <p:nvPicPr>
          <p:cNvPr id="253" name="Resim 6"/>
          <p:cNvPicPr/>
          <p:nvPr/>
        </p:nvPicPr>
        <p:blipFill>
          <a:blip r:embed="rId2"/>
          <a:stretch/>
        </p:blipFill>
        <p:spPr>
          <a:xfrm>
            <a:off x="277920" y="216360"/>
            <a:ext cx="1727640" cy="625680"/>
          </a:xfrm>
          <a:prstGeom prst="rect">
            <a:avLst/>
          </a:prstGeom>
          <a:noFill/>
          <a:ln w="0">
            <a:noFill/>
          </a:ln>
        </p:spPr>
      </p:pic>
      <p:sp>
        <p:nvSpPr>
          <p:cNvPr id="254"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255"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AF5060A7-2B48-4CE3-9F1B-F015E3AB7403}"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256" name="PlaceHolder 1"/>
          <p:cNvSpPr>
            <a:spLocks noGrp="1"/>
          </p:cNvSpPr>
          <p:nvPr>
            <p:ph type="sldNum" idx="21"/>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4A1F5AD2-9C96-4906-AE66-D6A9B697E457}"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257"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258" name="Hexagon 2"/>
          <p:cNvSpPr/>
          <p:nvPr/>
        </p:nvSpPr>
        <p:spPr>
          <a:xfrm rot="5400000">
            <a:off x="2705760" y="1839960"/>
            <a:ext cx="3059640" cy="2659680"/>
          </a:xfrm>
          <a:prstGeom prst="hexagon">
            <a:avLst>
              <a:gd name="adj" fmla="val 29281"/>
              <a:gd name="vf" fmla="val 115470"/>
            </a:avLst>
          </a:prstGeom>
          <a:solidFill>
            <a:srgbClr val="8E1438"/>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sp>
        <p:nvSpPr>
          <p:cNvPr id="259" name="Hexagon 4"/>
          <p:cNvSpPr/>
          <p:nvPr/>
        </p:nvSpPr>
        <p:spPr>
          <a:xfrm rot="5400000">
            <a:off x="6442560" y="1839960"/>
            <a:ext cx="3059640" cy="2659680"/>
          </a:xfrm>
          <a:prstGeom prst="hexagon">
            <a:avLst>
              <a:gd name="adj" fmla="val 29281"/>
              <a:gd name="vf" fmla="val 115470"/>
            </a:avLst>
          </a:prstGeom>
          <a:solidFill>
            <a:srgbClr val="8E1438">
              <a:alpha val="80000"/>
            </a:srgbClr>
          </a:solidFill>
          <a:ln w="76200">
            <a:noFill/>
          </a:ln>
          <a:effectLst>
            <a:outerShdw blurRad="507960" dist="228593" dir="2700000" sx="95000" sy="95000" algn="tl" rotWithShape="0">
              <a:srgbClr val="000000">
                <a:alpha val="2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400" b="0" u="none" strike="noStrike">
              <a:solidFill>
                <a:schemeClr val="lt1"/>
              </a:solidFill>
              <a:effectLst/>
              <a:uFillTx/>
              <a:latin typeface="Gotham"/>
            </a:endParaRPr>
          </a:p>
        </p:txBody>
      </p:sp>
      <p:grpSp>
        <p:nvGrpSpPr>
          <p:cNvPr id="260" name="Group 6"/>
          <p:cNvGrpSpPr/>
          <p:nvPr/>
        </p:nvGrpSpPr>
        <p:grpSpPr>
          <a:xfrm>
            <a:off x="6901200" y="1561680"/>
            <a:ext cx="734400" cy="734400"/>
            <a:chOff x="6901200" y="1561680"/>
            <a:chExt cx="734400" cy="734400"/>
          </a:xfrm>
        </p:grpSpPr>
        <p:sp>
          <p:nvSpPr>
            <p:cNvPr id="261" name="Rectangle: Rounded Corners 7"/>
            <p:cNvSpPr/>
            <p:nvPr/>
          </p:nvSpPr>
          <p:spPr>
            <a:xfrm>
              <a:off x="6901200" y="1561680"/>
              <a:ext cx="734400" cy="734400"/>
            </a:xfrm>
            <a:prstGeom prst="roundRect">
              <a:avLst>
                <a:gd name="adj" fmla="val 30953"/>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62" name="Rectangle 8"/>
            <p:cNvSpPr/>
            <p:nvPr/>
          </p:nvSpPr>
          <p:spPr>
            <a:xfrm>
              <a:off x="7094520" y="1755000"/>
              <a:ext cx="348480" cy="348480"/>
            </a:xfrm>
            <a:prstGeom prst="rect">
              <a:avLst/>
            </a:prstGeom>
            <a:blipFill rotWithShape="0">
              <a:blip>
                <a:extLst>
                  <a:ext uri="{96DAC541-7B7A-43D3-8B79-37D633B846F1}">
                    <asvg:svgBlip xmlns:asvg="http://schemas.microsoft.com/office/drawing/2016/SVG/main" r:embed="rId3"/>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grpSp>
      <p:sp>
        <p:nvSpPr>
          <p:cNvPr id="263" name="Rectangle: Rounded Corners 16"/>
          <p:cNvSpPr/>
          <p:nvPr/>
        </p:nvSpPr>
        <p:spPr>
          <a:xfrm>
            <a:off x="3224520" y="1508040"/>
            <a:ext cx="726840" cy="726840"/>
          </a:xfrm>
          <a:prstGeom prst="roundRect">
            <a:avLst>
              <a:gd name="adj" fmla="val 38320"/>
            </a:avLst>
          </a:prstGeom>
          <a:solidFill>
            <a:schemeClr val="bg1"/>
          </a:solidFill>
          <a:ln>
            <a:noFill/>
          </a:ln>
          <a:effectLst>
            <a:outerShdw blurRad="571680" dist="393547"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ID" sz="1600" b="0" u="none" strike="noStrike">
              <a:solidFill>
                <a:srgbClr val="8A9AA8"/>
              </a:solidFill>
              <a:effectLst/>
              <a:uFillTx/>
              <a:latin typeface="Gotham"/>
            </a:endParaRPr>
          </a:p>
        </p:txBody>
      </p:sp>
      <p:sp>
        <p:nvSpPr>
          <p:cNvPr id="264" name="Rectangle 17"/>
          <p:cNvSpPr/>
          <p:nvPr/>
        </p:nvSpPr>
        <p:spPr>
          <a:xfrm>
            <a:off x="3415680" y="1699200"/>
            <a:ext cx="344880" cy="344880"/>
          </a:xfrm>
          <a:prstGeom prst="rect">
            <a:avLst/>
          </a:prstGeom>
          <a:blipFill rotWithShape="0">
            <a:blip>
              <a:extLst>
                <a:ext uri="{96DAC541-7B7A-43D3-8B79-37D633B846F1}">
                  <asvg:svgBlip xmlns:asvg="http://schemas.microsoft.com/office/drawing/2016/SVG/main" r:embed="rId4"/>
                </a:ext>
              </a:extLst>
            </a:blip>
            <a:srcRect/>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Gotham"/>
            </a:endParaRPr>
          </a:p>
        </p:txBody>
      </p:sp>
      <p:sp>
        <p:nvSpPr>
          <p:cNvPr id="265" name="PlaceHolder 3"/>
          <p:cNvSpPr>
            <a:spLocks noGrp="1"/>
          </p:cNvSpPr>
          <p:nvPr>
            <p:ph type="body" hasCustomPrompt="1"/>
          </p:nvPr>
        </p:nvSpPr>
        <p:spPr>
          <a:xfrm>
            <a:off x="3024720" y="273492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66" name="PlaceHolder 4"/>
          <p:cNvSpPr>
            <a:spLocks noGrp="1"/>
          </p:cNvSpPr>
          <p:nvPr>
            <p:ph type="body" hasCustomPrompt="1"/>
          </p:nvPr>
        </p:nvSpPr>
        <p:spPr>
          <a:xfrm>
            <a:off x="3036240" y="236664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67" name="PlaceHolder 5"/>
          <p:cNvSpPr>
            <a:spLocks noGrp="1"/>
          </p:cNvSpPr>
          <p:nvPr>
            <p:ph type="body" hasCustomPrompt="1"/>
          </p:nvPr>
        </p:nvSpPr>
        <p:spPr>
          <a:xfrm>
            <a:off x="6761160" y="2763360"/>
            <a:ext cx="2410200" cy="1702080"/>
          </a:xfrm>
          <a:prstGeom prst="rect">
            <a:avLst/>
          </a:prstGeom>
          <a:noFill/>
          <a:ln w="0">
            <a:noFill/>
          </a:ln>
        </p:spPr>
        <p:txBody>
          <a:bodyPr lIns="91440" tIns="45720" rIns="91440" bIns="45720" anchor="t">
            <a:noAutofit/>
          </a:bodyPr>
          <a:lstStyle>
            <a:lvl1pPr indent="0" algn="just" defTabSz="914400">
              <a:lnSpc>
                <a:spcPct val="150000"/>
              </a:lnSpc>
              <a:spcBef>
                <a:spcPts val="1001"/>
              </a:spcBef>
              <a:buNone/>
              <a:tabLst>
                <a:tab pos="0" algn="l"/>
              </a:tabLst>
              <a:defRPr lang="tr-TR" sz="1200" b="0" u="none" strike="noStrike">
                <a:solidFill>
                  <a:schemeClr val="lt1"/>
                </a:solidFill>
                <a:effectLst/>
                <a:uFillTx/>
                <a:latin typeface="Gotham"/>
              </a:defRPr>
            </a:lvl1pPr>
          </a:lstStyle>
          <a:p>
            <a:pPr indent="0" algn="just" defTabSz="914400">
              <a:lnSpc>
                <a:spcPct val="150000"/>
              </a:lnSpc>
              <a:spcBef>
                <a:spcPts val="1001"/>
              </a:spcBef>
              <a:buNone/>
              <a:tabLst>
                <a:tab pos="0" algn="l"/>
              </a:tabLst>
            </a:pPr>
            <a:r>
              <a:rPr lang="tr-TR" sz="1200" b="0" u="none" strike="noStrike">
                <a:solidFill>
                  <a:schemeClr val="lt1"/>
                </a:solidFill>
                <a:effectLst/>
                <a:uFillTx/>
                <a:latin typeface="Gotham"/>
              </a:rPr>
              <a:t>Lorem ipsum dolor sit amet, consrtincidunt sit amet nisl vel placerat. Nam mauris eros.</a:t>
            </a:r>
            <a:endParaRPr lang="tr-TR" sz="1200" b="0" u="none" strike="noStrike">
              <a:solidFill>
                <a:srgbClr val="706F6F"/>
              </a:solidFill>
              <a:effectLst/>
              <a:uFillTx/>
              <a:latin typeface="Gotham"/>
            </a:endParaRPr>
          </a:p>
        </p:txBody>
      </p:sp>
      <p:sp>
        <p:nvSpPr>
          <p:cNvPr id="268" name="PlaceHolder 6"/>
          <p:cNvSpPr>
            <a:spLocks noGrp="1"/>
          </p:cNvSpPr>
          <p:nvPr>
            <p:ph type="body" hasCustomPrompt="1"/>
          </p:nvPr>
        </p:nvSpPr>
        <p:spPr>
          <a:xfrm>
            <a:off x="6772680" y="2395080"/>
            <a:ext cx="2371320" cy="40752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600" b="0" u="none" strike="noStrike">
                <a:solidFill>
                  <a:schemeClr val="lt1"/>
                </a:solidFill>
                <a:effectLst/>
                <a:uFillTx/>
                <a:latin typeface="Gotham"/>
              </a:defRPr>
            </a:lvl1pPr>
          </a:lstStyle>
          <a:p>
            <a:pPr indent="0" algn="ctr" defTabSz="914400">
              <a:lnSpc>
                <a:spcPct val="90000"/>
              </a:lnSpc>
              <a:spcBef>
                <a:spcPts val="1001"/>
              </a:spcBef>
              <a:buNone/>
              <a:tabLst>
                <a:tab pos="0" algn="l"/>
              </a:tabLst>
            </a:pPr>
            <a:r>
              <a:rPr lang="tr-TR" sz="1600" b="0" u="none" strike="noStrike">
                <a:solidFill>
                  <a:schemeClr val="lt1"/>
                </a:solidFill>
                <a:effectLst/>
                <a:uFillTx/>
                <a:latin typeface="Gotham"/>
              </a:rPr>
              <a:t>Başlık</a:t>
            </a:r>
            <a:endParaRPr lang="tr-TR" sz="1600" b="0" u="none" strike="noStrike">
              <a:solidFill>
                <a:srgbClr val="706F6F"/>
              </a:solidFill>
              <a:effectLst/>
              <a:uFillTx/>
              <a:latin typeface="Gotham"/>
            </a:endParaRPr>
          </a:p>
        </p:txBody>
      </p:sp>
      <p:sp>
        <p:nvSpPr>
          <p:cNvPr id="269" name="PlaceHolder 7"/>
          <p:cNvSpPr>
            <a:spLocks noGrp="1"/>
          </p:cNvSpPr>
          <p:nvPr>
            <p:ph type="body" hasCustomPrompt="1"/>
          </p:nvPr>
        </p:nvSpPr>
        <p:spPr>
          <a:xfrm>
            <a:off x="3349800" y="5237640"/>
            <a:ext cx="5492520" cy="1010880"/>
          </a:xfrm>
          <a:prstGeom prst="rect">
            <a:avLst/>
          </a:prstGeom>
          <a:noFill/>
          <a:ln w="0">
            <a:noFill/>
          </a:ln>
        </p:spPr>
        <p:txBody>
          <a:bodyPr lIns="91440" tIns="45720" rIns="91440" bIns="45720" anchor="t">
            <a:normAutofit/>
          </a:bodyPr>
          <a:lstStyle>
            <a:lvl1pPr indent="0" algn="ctr" defTabSz="914400">
              <a:lnSpc>
                <a:spcPct val="90000"/>
              </a:lnSpc>
              <a:spcBef>
                <a:spcPts val="1001"/>
              </a:spcBef>
              <a:buNone/>
              <a:tabLst>
                <a:tab pos="0" algn="l"/>
              </a:tabLst>
              <a:defRPr lang="tr-TR" sz="1800" b="0" u="none" strike="noStrike">
                <a:solidFill>
                  <a:srgbClr val="706F6F"/>
                </a:solidFill>
                <a:effectLst/>
                <a:uFillTx/>
                <a:latin typeface="Gotham"/>
              </a:defRPr>
            </a:lvl1pPr>
          </a:lstStyle>
          <a:p>
            <a:pPr indent="0" algn="ctr" defTabSz="914400">
              <a:lnSpc>
                <a:spcPct val="90000"/>
              </a:lnSpc>
              <a:spcBef>
                <a:spcPts val="1001"/>
              </a:spcBef>
              <a:buNone/>
              <a:tabLst>
                <a:tab pos="0" algn="l"/>
              </a:tabLst>
            </a:pPr>
            <a:r>
              <a:rPr lang="tr-TR" sz="1800" b="0" u="none" strike="noStrike">
                <a:solidFill>
                  <a:srgbClr val="706F6F"/>
                </a:solidFill>
                <a:effectLst/>
                <a:uFillTx/>
                <a:latin typeface="Gotham"/>
              </a:rPr>
              <a:t>Lorem ipsum dolor sit amet, consrtincidunt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kibimiz Çift Kolon">
    <p:bg>
      <p:bgPr>
        <a:solidFill>
          <a:srgbClr val="FFFFFF"/>
        </a:solidFill>
        <a:effectLst/>
      </p:bgPr>
    </p:bg>
    <p:spTree>
      <p:nvGrpSpPr>
        <p:cNvPr id="1" name=""/>
        <p:cNvGrpSpPr/>
        <p:nvPr/>
      </p:nvGrpSpPr>
      <p:grpSpPr>
        <a:xfrm>
          <a:off x="0" y="0"/>
          <a:ext cx="0" cy="0"/>
          <a:chOff x="0" y="0"/>
          <a:chExt cx="0" cy="0"/>
        </a:xfrm>
      </p:grpSpPr>
      <p:pic>
        <p:nvPicPr>
          <p:cNvPr id="270" name="Resim 6"/>
          <p:cNvPicPr/>
          <p:nvPr/>
        </p:nvPicPr>
        <p:blipFill>
          <a:blip r:embed="rId2"/>
          <a:stretch/>
        </p:blipFill>
        <p:spPr>
          <a:xfrm>
            <a:off x="277920" y="216360"/>
            <a:ext cx="1727640" cy="625680"/>
          </a:xfrm>
          <a:prstGeom prst="rect">
            <a:avLst/>
          </a:prstGeom>
          <a:noFill/>
          <a:ln w="0">
            <a:noFill/>
          </a:ln>
        </p:spPr>
      </p:pic>
      <p:sp>
        <p:nvSpPr>
          <p:cNvPr id="271"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272"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415849FE-8897-444B-87B5-E7681CC29433}"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273" name="Rectangle 17"/>
          <p:cNvSpPr/>
          <p:nvPr/>
        </p:nvSpPr>
        <p:spPr>
          <a:xfrm rot="5400000">
            <a:off x="5481000" y="-304452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274" name="PlaceHolder 1"/>
          <p:cNvSpPr>
            <a:spLocks noGrp="1"/>
          </p:cNvSpPr>
          <p:nvPr>
            <p:ph type="sldNum" idx="22"/>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84065FDE-AC30-4FA2-9261-27C040C70F76}"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275"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276" name="PlaceHolder 3"/>
          <p:cNvSpPr>
            <a:spLocks noGrp="1"/>
          </p:cNvSpPr>
          <p:nvPr>
            <p:ph type="body"/>
          </p:nvPr>
        </p:nvSpPr>
        <p:spPr>
          <a:xfrm>
            <a:off x="271188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277" name="PlaceHolder 4"/>
          <p:cNvSpPr>
            <a:spLocks noGrp="1"/>
          </p:cNvSpPr>
          <p:nvPr>
            <p:ph type="body" hasCustomPrompt="1"/>
          </p:nvPr>
        </p:nvSpPr>
        <p:spPr>
          <a:xfrm>
            <a:off x="2424240" y="478260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278" name="PlaceHolder 5"/>
          <p:cNvSpPr>
            <a:spLocks noGrp="1"/>
          </p:cNvSpPr>
          <p:nvPr>
            <p:ph type="body" hasCustomPrompt="1"/>
          </p:nvPr>
        </p:nvSpPr>
        <p:spPr>
          <a:xfrm>
            <a:off x="2424240" y="5320440"/>
            <a:ext cx="313344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279" name="PlaceHolder 6"/>
          <p:cNvSpPr>
            <a:spLocks noGrp="1"/>
          </p:cNvSpPr>
          <p:nvPr>
            <p:ph type="body"/>
          </p:nvPr>
        </p:nvSpPr>
        <p:spPr>
          <a:xfrm>
            <a:off x="692388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280" name="PlaceHolder 7"/>
          <p:cNvSpPr>
            <a:spLocks noGrp="1"/>
          </p:cNvSpPr>
          <p:nvPr>
            <p:ph type="body" hasCustomPrompt="1"/>
          </p:nvPr>
        </p:nvSpPr>
        <p:spPr>
          <a:xfrm>
            <a:off x="6636240" y="478260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281" name="PlaceHolder 8"/>
          <p:cNvSpPr>
            <a:spLocks noGrp="1"/>
          </p:cNvSpPr>
          <p:nvPr>
            <p:ph type="body" hasCustomPrompt="1"/>
          </p:nvPr>
        </p:nvSpPr>
        <p:spPr>
          <a:xfrm>
            <a:off x="6636240" y="5320440"/>
            <a:ext cx="313344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Ekibimiz 3 Kolon">
    <p:bg>
      <p:bgPr>
        <a:solidFill>
          <a:srgbClr val="FFFFFF"/>
        </a:solidFill>
        <a:effectLst/>
      </p:bgPr>
    </p:bg>
    <p:spTree>
      <p:nvGrpSpPr>
        <p:cNvPr id="1" name=""/>
        <p:cNvGrpSpPr/>
        <p:nvPr/>
      </p:nvGrpSpPr>
      <p:grpSpPr>
        <a:xfrm>
          <a:off x="0" y="0"/>
          <a:ext cx="0" cy="0"/>
          <a:chOff x="0" y="0"/>
          <a:chExt cx="0" cy="0"/>
        </a:xfrm>
      </p:grpSpPr>
      <p:pic>
        <p:nvPicPr>
          <p:cNvPr id="282" name="Resim 6"/>
          <p:cNvPicPr/>
          <p:nvPr/>
        </p:nvPicPr>
        <p:blipFill>
          <a:blip r:embed="rId2"/>
          <a:stretch/>
        </p:blipFill>
        <p:spPr>
          <a:xfrm>
            <a:off x="277920" y="216360"/>
            <a:ext cx="1727640" cy="625680"/>
          </a:xfrm>
          <a:prstGeom prst="rect">
            <a:avLst/>
          </a:prstGeom>
          <a:noFill/>
          <a:ln w="0">
            <a:noFill/>
          </a:ln>
        </p:spPr>
      </p:pic>
      <p:sp>
        <p:nvSpPr>
          <p:cNvPr id="283"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284"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8F950FA6-6FE6-4F03-95D7-25636D1E3E19}"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285" name="Rectangle 17"/>
          <p:cNvSpPr/>
          <p:nvPr/>
        </p:nvSpPr>
        <p:spPr>
          <a:xfrm rot="5400000">
            <a:off x="5481000" y="-304452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286" name="PlaceHolder 1"/>
          <p:cNvSpPr>
            <a:spLocks noGrp="1"/>
          </p:cNvSpPr>
          <p:nvPr>
            <p:ph type="sldNum" idx="23"/>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BE76A676-0C2C-451E-95C8-E767AA17E28D}"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287"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288" name="PlaceHolder 3"/>
          <p:cNvSpPr>
            <a:spLocks noGrp="1"/>
          </p:cNvSpPr>
          <p:nvPr>
            <p:ph type="body"/>
          </p:nvPr>
        </p:nvSpPr>
        <p:spPr>
          <a:xfrm>
            <a:off x="60804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289" name="PlaceHolder 4"/>
          <p:cNvSpPr>
            <a:spLocks noGrp="1"/>
          </p:cNvSpPr>
          <p:nvPr>
            <p:ph type="body" hasCustomPrompt="1"/>
          </p:nvPr>
        </p:nvSpPr>
        <p:spPr>
          <a:xfrm>
            <a:off x="320040" y="478260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290" name="PlaceHolder 5"/>
          <p:cNvSpPr>
            <a:spLocks noGrp="1"/>
          </p:cNvSpPr>
          <p:nvPr>
            <p:ph type="body" hasCustomPrompt="1"/>
          </p:nvPr>
        </p:nvSpPr>
        <p:spPr>
          <a:xfrm>
            <a:off x="320040" y="5320440"/>
            <a:ext cx="313344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291" name="PlaceHolder 6"/>
          <p:cNvSpPr>
            <a:spLocks noGrp="1"/>
          </p:cNvSpPr>
          <p:nvPr>
            <p:ph type="body"/>
          </p:nvPr>
        </p:nvSpPr>
        <p:spPr>
          <a:xfrm>
            <a:off x="481392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292" name="PlaceHolder 7"/>
          <p:cNvSpPr>
            <a:spLocks noGrp="1"/>
          </p:cNvSpPr>
          <p:nvPr>
            <p:ph type="body" hasCustomPrompt="1"/>
          </p:nvPr>
        </p:nvSpPr>
        <p:spPr>
          <a:xfrm>
            <a:off x="4525920" y="478260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293" name="PlaceHolder 8"/>
          <p:cNvSpPr>
            <a:spLocks noGrp="1"/>
          </p:cNvSpPr>
          <p:nvPr>
            <p:ph type="body" hasCustomPrompt="1"/>
          </p:nvPr>
        </p:nvSpPr>
        <p:spPr>
          <a:xfrm>
            <a:off x="4525920" y="5320440"/>
            <a:ext cx="313344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294" name="PlaceHolder 9"/>
          <p:cNvSpPr>
            <a:spLocks noGrp="1"/>
          </p:cNvSpPr>
          <p:nvPr>
            <p:ph type="body"/>
          </p:nvPr>
        </p:nvSpPr>
        <p:spPr>
          <a:xfrm>
            <a:off x="902556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295" name="PlaceHolder 10"/>
          <p:cNvSpPr>
            <a:spLocks noGrp="1"/>
          </p:cNvSpPr>
          <p:nvPr>
            <p:ph type="body" hasCustomPrompt="1"/>
          </p:nvPr>
        </p:nvSpPr>
        <p:spPr>
          <a:xfrm>
            <a:off x="8737920" y="4782600"/>
            <a:ext cx="313344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296" name="PlaceHolder 11"/>
          <p:cNvSpPr>
            <a:spLocks noGrp="1"/>
          </p:cNvSpPr>
          <p:nvPr>
            <p:ph type="body" hasCustomPrompt="1"/>
          </p:nvPr>
        </p:nvSpPr>
        <p:spPr>
          <a:xfrm>
            <a:off x="8737920" y="5320440"/>
            <a:ext cx="313344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kibimiz 4 Kolon">
    <p:bg>
      <p:bgPr>
        <a:solidFill>
          <a:srgbClr val="FFFFFF"/>
        </a:solidFill>
        <a:effectLst/>
      </p:bgPr>
    </p:bg>
    <p:spTree>
      <p:nvGrpSpPr>
        <p:cNvPr id="1" name=""/>
        <p:cNvGrpSpPr/>
        <p:nvPr/>
      </p:nvGrpSpPr>
      <p:grpSpPr>
        <a:xfrm>
          <a:off x="0" y="0"/>
          <a:ext cx="0" cy="0"/>
          <a:chOff x="0" y="0"/>
          <a:chExt cx="0" cy="0"/>
        </a:xfrm>
      </p:grpSpPr>
      <p:pic>
        <p:nvPicPr>
          <p:cNvPr id="297" name="Resim 6"/>
          <p:cNvPicPr/>
          <p:nvPr/>
        </p:nvPicPr>
        <p:blipFill>
          <a:blip r:embed="rId2"/>
          <a:stretch/>
        </p:blipFill>
        <p:spPr>
          <a:xfrm>
            <a:off x="277920" y="216360"/>
            <a:ext cx="1727640" cy="625680"/>
          </a:xfrm>
          <a:prstGeom prst="rect">
            <a:avLst/>
          </a:prstGeom>
          <a:noFill/>
          <a:ln w="0">
            <a:noFill/>
          </a:ln>
        </p:spPr>
      </p:pic>
      <p:sp>
        <p:nvSpPr>
          <p:cNvPr id="298"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299"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5C3A233D-B513-4DE0-9264-8AEF1C5A4CCE}"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300" name="Rectangle 17"/>
          <p:cNvSpPr/>
          <p:nvPr/>
        </p:nvSpPr>
        <p:spPr>
          <a:xfrm rot="5400000">
            <a:off x="5481000" y="-304452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301" name="PlaceHolder 1"/>
          <p:cNvSpPr>
            <a:spLocks noGrp="1"/>
          </p:cNvSpPr>
          <p:nvPr>
            <p:ph type="sldNum" idx="24"/>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1B5D6891-E844-4514-84C4-D976ABDCC946}"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302"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303" name="PlaceHolder 3"/>
          <p:cNvSpPr>
            <a:spLocks noGrp="1"/>
          </p:cNvSpPr>
          <p:nvPr>
            <p:ph type="body"/>
          </p:nvPr>
        </p:nvSpPr>
        <p:spPr>
          <a:xfrm>
            <a:off x="45828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04" name="PlaceHolder 4"/>
          <p:cNvSpPr>
            <a:spLocks noGrp="1"/>
          </p:cNvSpPr>
          <p:nvPr>
            <p:ph type="body" hasCustomPrompt="1"/>
          </p:nvPr>
        </p:nvSpPr>
        <p:spPr>
          <a:xfrm>
            <a:off x="747720" y="4782600"/>
            <a:ext cx="198540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05" name="PlaceHolder 5"/>
          <p:cNvSpPr>
            <a:spLocks noGrp="1"/>
          </p:cNvSpPr>
          <p:nvPr>
            <p:ph type="body" hasCustomPrompt="1"/>
          </p:nvPr>
        </p:nvSpPr>
        <p:spPr>
          <a:xfrm>
            <a:off x="747720" y="5320440"/>
            <a:ext cx="198540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06" name="PlaceHolder 6"/>
          <p:cNvSpPr>
            <a:spLocks noGrp="1"/>
          </p:cNvSpPr>
          <p:nvPr>
            <p:ph type="body"/>
          </p:nvPr>
        </p:nvSpPr>
        <p:spPr>
          <a:xfrm>
            <a:off x="337536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07" name="PlaceHolder 7"/>
          <p:cNvSpPr>
            <a:spLocks noGrp="1"/>
          </p:cNvSpPr>
          <p:nvPr>
            <p:ph type="body"/>
          </p:nvPr>
        </p:nvSpPr>
        <p:spPr>
          <a:xfrm>
            <a:off x="629208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08" name="PlaceHolder 8"/>
          <p:cNvSpPr>
            <a:spLocks noGrp="1"/>
          </p:cNvSpPr>
          <p:nvPr>
            <p:ph type="body"/>
          </p:nvPr>
        </p:nvSpPr>
        <p:spPr>
          <a:xfrm>
            <a:off x="9208800" y="1768680"/>
            <a:ext cx="2564280" cy="256536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09" name="PlaceHolder 9"/>
          <p:cNvSpPr>
            <a:spLocks noGrp="1"/>
          </p:cNvSpPr>
          <p:nvPr>
            <p:ph type="body" hasCustomPrompt="1"/>
          </p:nvPr>
        </p:nvSpPr>
        <p:spPr>
          <a:xfrm>
            <a:off x="3664800" y="4782600"/>
            <a:ext cx="198540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10" name="PlaceHolder 10"/>
          <p:cNvSpPr>
            <a:spLocks noGrp="1"/>
          </p:cNvSpPr>
          <p:nvPr>
            <p:ph type="body" hasCustomPrompt="1"/>
          </p:nvPr>
        </p:nvSpPr>
        <p:spPr>
          <a:xfrm>
            <a:off x="3664800" y="5320440"/>
            <a:ext cx="198540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11" name="PlaceHolder 11"/>
          <p:cNvSpPr>
            <a:spLocks noGrp="1"/>
          </p:cNvSpPr>
          <p:nvPr>
            <p:ph type="body" hasCustomPrompt="1"/>
          </p:nvPr>
        </p:nvSpPr>
        <p:spPr>
          <a:xfrm>
            <a:off x="6581520" y="4782600"/>
            <a:ext cx="198540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12" name="PlaceHolder 12"/>
          <p:cNvSpPr>
            <a:spLocks noGrp="1"/>
          </p:cNvSpPr>
          <p:nvPr>
            <p:ph type="body" hasCustomPrompt="1"/>
          </p:nvPr>
        </p:nvSpPr>
        <p:spPr>
          <a:xfrm>
            <a:off x="6581520" y="5320440"/>
            <a:ext cx="198540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13" name="PlaceHolder 13"/>
          <p:cNvSpPr>
            <a:spLocks noGrp="1"/>
          </p:cNvSpPr>
          <p:nvPr>
            <p:ph type="body" hasCustomPrompt="1"/>
          </p:nvPr>
        </p:nvSpPr>
        <p:spPr>
          <a:xfrm>
            <a:off x="9498240" y="4782600"/>
            <a:ext cx="1985400" cy="43884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14" name="PlaceHolder 14"/>
          <p:cNvSpPr>
            <a:spLocks noGrp="1"/>
          </p:cNvSpPr>
          <p:nvPr>
            <p:ph type="body" hasCustomPrompt="1"/>
          </p:nvPr>
        </p:nvSpPr>
        <p:spPr>
          <a:xfrm>
            <a:off x="9498240" y="5320440"/>
            <a:ext cx="1985400" cy="8593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Ekibimiz 5 Kolon">
    <p:bg>
      <p:bgPr>
        <a:solidFill>
          <a:srgbClr val="FFFFFF"/>
        </a:solidFill>
        <a:effectLst/>
      </p:bgPr>
    </p:bg>
    <p:spTree>
      <p:nvGrpSpPr>
        <p:cNvPr id="1" name=""/>
        <p:cNvGrpSpPr/>
        <p:nvPr/>
      </p:nvGrpSpPr>
      <p:grpSpPr>
        <a:xfrm>
          <a:off x="0" y="0"/>
          <a:ext cx="0" cy="0"/>
          <a:chOff x="0" y="0"/>
          <a:chExt cx="0" cy="0"/>
        </a:xfrm>
      </p:grpSpPr>
      <p:pic>
        <p:nvPicPr>
          <p:cNvPr id="315" name="Resim 6"/>
          <p:cNvPicPr/>
          <p:nvPr/>
        </p:nvPicPr>
        <p:blipFill>
          <a:blip r:embed="rId2"/>
          <a:stretch/>
        </p:blipFill>
        <p:spPr>
          <a:xfrm>
            <a:off x="277920" y="216360"/>
            <a:ext cx="1727640" cy="625680"/>
          </a:xfrm>
          <a:prstGeom prst="rect">
            <a:avLst/>
          </a:prstGeom>
          <a:noFill/>
          <a:ln w="0">
            <a:noFill/>
          </a:ln>
        </p:spPr>
      </p:pic>
      <p:sp>
        <p:nvSpPr>
          <p:cNvPr id="316"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317"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1FD3FA8F-6080-45FC-9A1C-64F9690B2411}"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318" name="Rectangle 17"/>
          <p:cNvSpPr/>
          <p:nvPr/>
        </p:nvSpPr>
        <p:spPr>
          <a:xfrm rot="5400000">
            <a:off x="5481000" y="-304452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319" name="PlaceHolder 1"/>
          <p:cNvSpPr>
            <a:spLocks noGrp="1"/>
          </p:cNvSpPr>
          <p:nvPr>
            <p:ph type="sldNum" idx="25"/>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2992D7A5-4D78-4212-B7C2-B704864AD271}"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320"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321" name="PlaceHolder 3"/>
          <p:cNvSpPr>
            <a:spLocks noGrp="1"/>
          </p:cNvSpPr>
          <p:nvPr>
            <p:ph type="body"/>
          </p:nvPr>
        </p:nvSpPr>
        <p:spPr>
          <a:xfrm>
            <a:off x="2958480" y="2075040"/>
            <a:ext cx="1896840" cy="189792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22" name="PlaceHolder 4"/>
          <p:cNvSpPr>
            <a:spLocks noGrp="1"/>
          </p:cNvSpPr>
          <p:nvPr>
            <p:ph type="body" hasCustomPrompt="1"/>
          </p:nvPr>
        </p:nvSpPr>
        <p:spPr>
          <a:xfrm>
            <a:off x="3000600" y="4535640"/>
            <a:ext cx="1896840" cy="32436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23" name="PlaceHolder 5"/>
          <p:cNvSpPr>
            <a:spLocks noGrp="1"/>
          </p:cNvSpPr>
          <p:nvPr>
            <p:ph type="body" hasCustomPrompt="1"/>
          </p:nvPr>
        </p:nvSpPr>
        <p:spPr>
          <a:xfrm>
            <a:off x="3000600" y="5183280"/>
            <a:ext cx="1896840" cy="63576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24" name="PlaceHolder 6"/>
          <p:cNvSpPr>
            <a:spLocks noGrp="1"/>
          </p:cNvSpPr>
          <p:nvPr>
            <p:ph type="body"/>
          </p:nvPr>
        </p:nvSpPr>
        <p:spPr>
          <a:xfrm>
            <a:off x="5149440" y="2075040"/>
            <a:ext cx="1896840" cy="189792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25" name="PlaceHolder 7"/>
          <p:cNvSpPr>
            <a:spLocks noGrp="1"/>
          </p:cNvSpPr>
          <p:nvPr>
            <p:ph type="body"/>
          </p:nvPr>
        </p:nvSpPr>
        <p:spPr>
          <a:xfrm>
            <a:off x="7340400" y="2075040"/>
            <a:ext cx="1896840" cy="189792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26" name="PlaceHolder 8"/>
          <p:cNvSpPr>
            <a:spLocks noGrp="1"/>
          </p:cNvSpPr>
          <p:nvPr>
            <p:ph type="body"/>
          </p:nvPr>
        </p:nvSpPr>
        <p:spPr>
          <a:xfrm>
            <a:off x="9527040" y="2075040"/>
            <a:ext cx="1896840" cy="189792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27" name="PlaceHolder 9"/>
          <p:cNvSpPr>
            <a:spLocks noGrp="1"/>
          </p:cNvSpPr>
          <p:nvPr>
            <p:ph type="body" hasCustomPrompt="1"/>
          </p:nvPr>
        </p:nvSpPr>
        <p:spPr>
          <a:xfrm>
            <a:off x="5168520" y="4535640"/>
            <a:ext cx="1896840" cy="32436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28" name="PlaceHolder 10"/>
          <p:cNvSpPr>
            <a:spLocks noGrp="1"/>
          </p:cNvSpPr>
          <p:nvPr>
            <p:ph type="body" hasCustomPrompt="1"/>
          </p:nvPr>
        </p:nvSpPr>
        <p:spPr>
          <a:xfrm>
            <a:off x="5168520" y="5183280"/>
            <a:ext cx="1896840" cy="63576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29" name="PlaceHolder 11"/>
          <p:cNvSpPr>
            <a:spLocks noGrp="1"/>
          </p:cNvSpPr>
          <p:nvPr>
            <p:ph type="body" hasCustomPrompt="1"/>
          </p:nvPr>
        </p:nvSpPr>
        <p:spPr>
          <a:xfrm>
            <a:off x="7348320" y="4535640"/>
            <a:ext cx="1896840" cy="32436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30" name="PlaceHolder 12"/>
          <p:cNvSpPr>
            <a:spLocks noGrp="1"/>
          </p:cNvSpPr>
          <p:nvPr>
            <p:ph type="body" hasCustomPrompt="1"/>
          </p:nvPr>
        </p:nvSpPr>
        <p:spPr>
          <a:xfrm>
            <a:off x="7348320" y="5183280"/>
            <a:ext cx="1896840" cy="63576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31" name="PlaceHolder 13"/>
          <p:cNvSpPr>
            <a:spLocks noGrp="1"/>
          </p:cNvSpPr>
          <p:nvPr>
            <p:ph type="body" hasCustomPrompt="1"/>
          </p:nvPr>
        </p:nvSpPr>
        <p:spPr>
          <a:xfrm>
            <a:off x="9578520" y="4535640"/>
            <a:ext cx="1896840" cy="32436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32" name="PlaceHolder 14"/>
          <p:cNvSpPr>
            <a:spLocks noGrp="1"/>
          </p:cNvSpPr>
          <p:nvPr>
            <p:ph type="body" hasCustomPrompt="1"/>
          </p:nvPr>
        </p:nvSpPr>
        <p:spPr>
          <a:xfrm>
            <a:off x="9578520" y="5183280"/>
            <a:ext cx="1896840" cy="63576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33" name="PlaceHolder 15"/>
          <p:cNvSpPr>
            <a:spLocks noGrp="1"/>
          </p:cNvSpPr>
          <p:nvPr>
            <p:ph type="body"/>
          </p:nvPr>
        </p:nvSpPr>
        <p:spPr>
          <a:xfrm>
            <a:off x="763920" y="2075040"/>
            <a:ext cx="1896840" cy="189792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34" name="PlaceHolder 16"/>
          <p:cNvSpPr>
            <a:spLocks noGrp="1"/>
          </p:cNvSpPr>
          <p:nvPr>
            <p:ph type="body" hasCustomPrompt="1"/>
          </p:nvPr>
        </p:nvSpPr>
        <p:spPr>
          <a:xfrm>
            <a:off x="740520" y="4535640"/>
            <a:ext cx="1896840" cy="32436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35" name="PlaceHolder 17"/>
          <p:cNvSpPr>
            <a:spLocks noGrp="1"/>
          </p:cNvSpPr>
          <p:nvPr>
            <p:ph type="body" hasCustomPrompt="1"/>
          </p:nvPr>
        </p:nvSpPr>
        <p:spPr>
          <a:xfrm>
            <a:off x="740520" y="5183280"/>
            <a:ext cx="1896840" cy="63576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kibimiz 6 Kolon">
    <p:bg>
      <p:bgPr>
        <a:solidFill>
          <a:srgbClr val="FFFFFF"/>
        </a:solidFill>
        <a:effectLst/>
      </p:bgPr>
    </p:bg>
    <p:spTree>
      <p:nvGrpSpPr>
        <p:cNvPr id="1" name=""/>
        <p:cNvGrpSpPr/>
        <p:nvPr/>
      </p:nvGrpSpPr>
      <p:grpSpPr>
        <a:xfrm>
          <a:off x="0" y="0"/>
          <a:ext cx="0" cy="0"/>
          <a:chOff x="0" y="0"/>
          <a:chExt cx="0" cy="0"/>
        </a:xfrm>
      </p:grpSpPr>
      <p:pic>
        <p:nvPicPr>
          <p:cNvPr id="336" name="Resim 6"/>
          <p:cNvPicPr/>
          <p:nvPr/>
        </p:nvPicPr>
        <p:blipFill>
          <a:blip r:embed="rId2"/>
          <a:stretch/>
        </p:blipFill>
        <p:spPr>
          <a:xfrm>
            <a:off x="277920" y="216360"/>
            <a:ext cx="1727640" cy="625680"/>
          </a:xfrm>
          <a:prstGeom prst="rect">
            <a:avLst/>
          </a:prstGeom>
          <a:noFill/>
          <a:ln w="0">
            <a:noFill/>
          </a:ln>
        </p:spPr>
      </p:pic>
      <p:sp>
        <p:nvSpPr>
          <p:cNvPr id="337"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338"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C819B62C-9F0E-401E-9B2D-CAD4114D46CC}"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339" name="Rectangle 17"/>
          <p:cNvSpPr/>
          <p:nvPr/>
        </p:nvSpPr>
        <p:spPr>
          <a:xfrm rot="5400000">
            <a:off x="5481000" y="-427356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340" name="PlaceHolder 1"/>
          <p:cNvSpPr>
            <a:spLocks noGrp="1"/>
          </p:cNvSpPr>
          <p:nvPr>
            <p:ph type="sldNum" idx="26"/>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C9057EBF-2D72-4EB7-AC4D-33CEFB91B249}"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341"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342" name="PlaceHolder 3"/>
          <p:cNvSpPr>
            <a:spLocks noGrp="1"/>
          </p:cNvSpPr>
          <p:nvPr>
            <p:ph type="body"/>
          </p:nvPr>
        </p:nvSpPr>
        <p:spPr>
          <a:xfrm>
            <a:off x="510948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43" name="PlaceHolder 4"/>
          <p:cNvSpPr>
            <a:spLocks noGrp="1"/>
          </p:cNvSpPr>
          <p:nvPr>
            <p:ph type="body"/>
          </p:nvPr>
        </p:nvSpPr>
        <p:spPr>
          <a:xfrm>
            <a:off x="909828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44" name="PlaceHolder 5"/>
          <p:cNvSpPr>
            <a:spLocks noGrp="1"/>
          </p:cNvSpPr>
          <p:nvPr>
            <p:ph type="body"/>
          </p:nvPr>
        </p:nvSpPr>
        <p:spPr>
          <a:xfrm>
            <a:off x="139860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45" name="PlaceHolder 6"/>
          <p:cNvSpPr>
            <a:spLocks noGrp="1"/>
          </p:cNvSpPr>
          <p:nvPr>
            <p:ph type="body" hasCustomPrompt="1"/>
          </p:nvPr>
        </p:nvSpPr>
        <p:spPr>
          <a:xfrm>
            <a:off x="1014120" y="2775600"/>
            <a:ext cx="25016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46" name="PlaceHolder 7"/>
          <p:cNvSpPr>
            <a:spLocks noGrp="1"/>
          </p:cNvSpPr>
          <p:nvPr>
            <p:ph type="body" hasCustomPrompt="1"/>
          </p:nvPr>
        </p:nvSpPr>
        <p:spPr>
          <a:xfrm>
            <a:off x="1014120" y="3206880"/>
            <a:ext cx="2501640" cy="5677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47" name="Rectangle 17"/>
          <p:cNvSpPr/>
          <p:nvPr/>
        </p:nvSpPr>
        <p:spPr>
          <a:xfrm rot="5400000">
            <a:off x="5481000" y="-138060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348" name="PlaceHolder 8"/>
          <p:cNvSpPr>
            <a:spLocks noGrp="1"/>
          </p:cNvSpPr>
          <p:nvPr>
            <p:ph type="body"/>
          </p:nvPr>
        </p:nvSpPr>
        <p:spPr>
          <a:xfrm>
            <a:off x="139860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49" name="PlaceHolder 9"/>
          <p:cNvSpPr>
            <a:spLocks noGrp="1"/>
          </p:cNvSpPr>
          <p:nvPr>
            <p:ph type="body"/>
          </p:nvPr>
        </p:nvSpPr>
        <p:spPr>
          <a:xfrm>
            <a:off x="510948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50" name="PlaceHolder 10"/>
          <p:cNvSpPr>
            <a:spLocks noGrp="1"/>
          </p:cNvSpPr>
          <p:nvPr>
            <p:ph type="body"/>
          </p:nvPr>
        </p:nvSpPr>
        <p:spPr>
          <a:xfrm>
            <a:off x="909828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51" name="PlaceHolder 11"/>
          <p:cNvSpPr>
            <a:spLocks noGrp="1"/>
          </p:cNvSpPr>
          <p:nvPr>
            <p:ph type="body" hasCustomPrompt="1"/>
          </p:nvPr>
        </p:nvSpPr>
        <p:spPr>
          <a:xfrm>
            <a:off x="4715280" y="2775600"/>
            <a:ext cx="25016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52" name="PlaceHolder 12"/>
          <p:cNvSpPr>
            <a:spLocks noGrp="1"/>
          </p:cNvSpPr>
          <p:nvPr>
            <p:ph type="body" hasCustomPrompt="1"/>
          </p:nvPr>
        </p:nvSpPr>
        <p:spPr>
          <a:xfrm>
            <a:off x="4715280" y="3206880"/>
            <a:ext cx="2501640" cy="5677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53" name="PlaceHolder 13"/>
          <p:cNvSpPr>
            <a:spLocks noGrp="1"/>
          </p:cNvSpPr>
          <p:nvPr>
            <p:ph type="body" hasCustomPrompt="1"/>
          </p:nvPr>
        </p:nvSpPr>
        <p:spPr>
          <a:xfrm>
            <a:off x="8721000" y="2775600"/>
            <a:ext cx="25016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54" name="PlaceHolder 14"/>
          <p:cNvSpPr>
            <a:spLocks noGrp="1"/>
          </p:cNvSpPr>
          <p:nvPr>
            <p:ph type="body" hasCustomPrompt="1"/>
          </p:nvPr>
        </p:nvSpPr>
        <p:spPr>
          <a:xfrm>
            <a:off x="8721000" y="3206880"/>
            <a:ext cx="2501640" cy="5677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55" name="PlaceHolder 15"/>
          <p:cNvSpPr>
            <a:spLocks noGrp="1"/>
          </p:cNvSpPr>
          <p:nvPr>
            <p:ph type="body" hasCustomPrompt="1"/>
          </p:nvPr>
        </p:nvSpPr>
        <p:spPr>
          <a:xfrm>
            <a:off x="1003320" y="5671080"/>
            <a:ext cx="25016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56" name="PlaceHolder 16"/>
          <p:cNvSpPr>
            <a:spLocks noGrp="1"/>
          </p:cNvSpPr>
          <p:nvPr>
            <p:ph type="body" hasCustomPrompt="1"/>
          </p:nvPr>
        </p:nvSpPr>
        <p:spPr>
          <a:xfrm>
            <a:off x="1003320" y="6102360"/>
            <a:ext cx="2501640" cy="5677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57" name="PlaceHolder 17"/>
          <p:cNvSpPr>
            <a:spLocks noGrp="1"/>
          </p:cNvSpPr>
          <p:nvPr>
            <p:ph type="body" hasCustomPrompt="1"/>
          </p:nvPr>
        </p:nvSpPr>
        <p:spPr>
          <a:xfrm>
            <a:off x="4704480" y="5671080"/>
            <a:ext cx="25016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58" name="PlaceHolder 18"/>
          <p:cNvSpPr>
            <a:spLocks noGrp="1"/>
          </p:cNvSpPr>
          <p:nvPr>
            <p:ph type="body" hasCustomPrompt="1"/>
          </p:nvPr>
        </p:nvSpPr>
        <p:spPr>
          <a:xfrm>
            <a:off x="4704480" y="6102360"/>
            <a:ext cx="2501640" cy="5677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
        <p:nvSpPr>
          <p:cNvPr id="359" name="PlaceHolder 19"/>
          <p:cNvSpPr>
            <a:spLocks noGrp="1"/>
          </p:cNvSpPr>
          <p:nvPr>
            <p:ph type="body" hasCustomPrompt="1"/>
          </p:nvPr>
        </p:nvSpPr>
        <p:spPr>
          <a:xfrm>
            <a:off x="8710200" y="5671080"/>
            <a:ext cx="25016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6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600" b="1" u="none" strike="noStrike">
                <a:solidFill>
                  <a:srgbClr val="706F6F"/>
                </a:solidFill>
                <a:effectLst/>
                <a:uFillTx/>
                <a:latin typeface="Gotham"/>
              </a:rPr>
              <a:t>Ad-Soyad</a:t>
            </a:r>
            <a:endParaRPr lang="tr-TR" sz="1600" b="0" u="none" strike="noStrike">
              <a:solidFill>
                <a:srgbClr val="706F6F"/>
              </a:solidFill>
              <a:effectLst/>
              <a:uFillTx/>
              <a:latin typeface="Gotham"/>
            </a:endParaRPr>
          </a:p>
        </p:txBody>
      </p:sp>
      <p:sp>
        <p:nvSpPr>
          <p:cNvPr id="360" name="PlaceHolder 20"/>
          <p:cNvSpPr>
            <a:spLocks noGrp="1"/>
          </p:cNvSpPr>
          <p:nvPr>
            <p:ph type="body" hasCustomPrompt="1"/>
          </p:nvPr>
        </p:nvSpPr>
        <p:spPr>
          <a:xfrm>
            <a:off x="8710200" y="6102360"/>
            <a:ext cx="2501640" cy="5677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600" b="0" u="none" strike="noStrike">
                <a:solidFill>
                  <a:srgbClr val="706F6F"/>
                </a:solidFill>
                <a:effectLst/>
                <a:uFillTx/>
                <a:latin typeface="Gotham"/>
              </a:defRPr>
            </a:lvl1pPr>
          </a:lstStyle>
          <a:p>
            <a:pPr indent="0" algn="ctr" defTabSz="914400">
              <a:lnSpc>
                <a:spcPct val="100000"/>
              </a:lnSpc>
              <a:buNone/>
              <a:tabLst>
                <a:tab pos="0" algn="l"/>
              </a:tabLst>
            </a:pPr>
            <a:r>
              <a:rPr lang="tr-TR" sz="1600" b="0" u="none" strike="noStrike">
                <a:solidFill>
                  <a:srgbClr val="706F6F"/>
                </a:solidFill>
                <a:effectLst/>
                <a:uFillTx/>
                <a:latin typeface="Gotham"/>
              </a:rPr>
              <a:t>Ünvan</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Ekibimiz 8 Kolon">
    <p:bg>
      <p:bgPr>
        <a:solidFill>
          <a:srgbClr val="FFFFFF"/>
        </a:solidFill>
        <a:effectLst/>
      </p:bgPr>
    </p:bg>
    <p:spTree>
      <p:nvGrpSpPr>
        <p:cNvPr id="1" name=""/>
        <p:cNvGrpSpPr/>
        <p:nvPr/>
      </p:nvGrpSpPr>
      <p:grpSpPr>
        <a:xfrm>
          <a:off x="0" y="0"/>
          <a:ext cx="0" cy="0"/>
          <a:chOff x="0" y="0"/>
          <a:chExt cx="0" cy="0"/>
        </a:xfrm>
      </p:grpSpPr>
      <p:pic>
        <p:nvPicPr>
          <p:cNvPr id="361" name="Resim 6"/>
          <p:cNvPicPr/>
          <p:nvPr/>
        </p:nvPicPr>
        <p:blipFill>
          <a:blip r:embed="rId2"/>
          <a:stretch/>
        </p:blipFill>
        <p:spPr>
          <a:xfrm>
            <a:off x="277920" y="216360"/>
            <a:ext cx="1727640" cy="625680"/>
          </a:xfrm>
          <a:prstGeom prst="rect">
            <a:avLst/>
          </a:prstGeom>
          <a:noFill/>
          <a:ln w="0">
            <a:noFill/>
          </a:ln>
        </p:spPr>
      </p:pic>
      <p:sp>
        <p:nvSpPr>
          <p:cNvPr id="362"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363"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0E56A80A-A9DC-444E-95E9-A6E794E28AE4}"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364" name="Rectangle 17"/>
          <p:cNvSpPr/>
          <p:nvPr/>
        </p:nvSpPr>
        <p:spPr>
          <a:xfrm rot="5400000">
            <a:off x="5481000" y="-427356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365" name="PlaceHolder 1"/>
          <p:cNvSpPr>
            <a:spLocks noGrp="1"/>
          </p:cNvSpPr>
          <p:nvPr>
            <p:ph type="sldNum" idx="27"/>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66481638-6DB8-4699-83BC-EFE31C10DCAF}"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366"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367" name="PlaceHolder 3"/>
          <p:cNvSpPr>
            <a:spLocks noGrp="1"/>
          </p:cNvSpPr>
          <p:nvPr>
            <p:ph type="body"/>
          </p:nvPr>
        </p:nvSpPr>
        <p:spPr>
          <a:xfrm>
            <a:off x="392976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68" name="PlaceHolder 4"/>
          <p:cNvSpPr>
            <a:spLocks noGrp="1"/>
          </p:cNvSpPr>
          <p:nvPr>
            <p:ph type="body"/>
          </p:nvPr>
        </p:nvSpPr>
        <p:spPr>
          <a:xfrm>
            <a:off x="662580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69" name="PlaceHolder 5"/>
          <p:cNvSpPr>
            <a:spLocks noGrp="1"/>
          </p:cNvSpPr>
          <p:nvPr>
            <p:ph type="body"/>
          </p:nvPr>
        </p:nvSpPr>
        <p:spPr>
          <a:xfrm>
            <a:off x="932220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70" name="PlaceHolder 6"/>
          <p:cNvSpPr>
            <a:spLocks noGrp="1"/>
          </p:cNvSpPr>
          <p:nvPr>
            <p:ph type="body"/>
          </p:nvPr>
        </p:nvSpPr>
        <p:spPr>
          <a:xfrm>
            <a:off x="117216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71" name="PlaceHolder 7"/>
          <p:cNvSpPr>
            <a:spLocks noGrp="1"/>
          </p:cNvSpPr>
          <p:nvPr>
            <p:ph type="body" hasCustomPrompt="1"/>
          </p:nvPr>
        </p:nvSpPr>
        <p:spPr>
          <a:xfrm>
            <a:off x="936000" y="2775600"/>
            <a:ext cx="21740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372" name="PlaceHolder 8"/>
          <p:cNvSpPr>
            <a:spLocks noGrp="1"/>
          </p:cNvSpPr>
          <p:nvPr>
            <p:ph type="body" hasCustomPrompt="1"/>
          </p:nvPr>
        </p:nvSpPr>
        <p:spPr>
          <a:xfrm>
            <a:off x="936000" y="3206880"/>
            <a:ext cx="217404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373" name="Rectangle 17"/>
          <p:cNvSpPr/>
          <p:nvPr/>
        </p:nvSpPr>
        <p:spPr>
          <a:xfrm rot="5400000">
            <a:off x="5481000" y="-138060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374" name="PlaceHolder 9"/>
          <p:cNvSpPr>
            <a:spLocks noGrp="1"/>
          </p:cNvSpPr>
          <p:nvPr>
            <p:ph type="body"/>
          </p:nvPr>
        </p:nvSpPr>
        <p:spPr>
          <a:xfrm>
            <a:off x="109656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75" name="PlaceHolder 10"/>
          <p:cNvSpPr>
            <a:spLocks noGrp="1"/>
          </p:cNvSpPr>
          <p:nvPr>
            <p:ph type="body"/>
          </p:nvPr>
        </p:nvSpPr>
        <p:spPr>
          <a:xfrm>
            <a:off x="384804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76" name="PlaceHolder 11"/>
          <p:cNvSpPr>
            <a:spLocks noGrp="1"/>
          </p:cNvSpPr>
          <p:nvPr>
            <p:ph type="body"/>
          </p:nvPr>
        </p:nvSpPr>
        <p:spPr>
          <a:xfrm>
            <a:off x="655020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77" name="PlaceHolder 12"/>
          <p:cNvSpPr>
            <a:spLocks noGrp="1"/>
          </p:cNvSpPr>
          <p:nvPr>
            <p:ph type="body"/>
          </p:nvPr>
        </p:nvSpPr>
        <p:spPr>
          <a:xfrm>
            <a:off x="924624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78" name="PlaceHolder 13"/>
          <p:cNvSpPr>
            <a:spLocks noGrp="1"/>
          </p:cNvSpPr>
          <p:nvPr>
            <p:ph type="body" hasCustomPrompt="1"/>
          </p:nvPr>
        </p:nvSpPr>
        <p:spPr>
          <a:xfrm>
            <a:off x="3711960" y="2775600"/>
            <a:ext cx="21740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379" name="PlaceHolder 14"/>
          <p:cNvSpPr>
            <a:spLocks noGrp="1"/>
          </p:cNvSpPr>
          <p:nvPr>
            <p:ph type="body" hasCustomPrompt="1"/>
          </p:nvPr>
        </p:nvSpPr>
        <p:spPr>
          <a:xfrm>
            <a:off x="3711960" y="3206880"/>
            <a:ext cx="217404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380" name="PlaceHolder 15"/>
          <p:cNvSpPr>
            <a:spLocks noGrp="1"/>
          </p:cNvSpPr>
          <p:nvPr>
            <p:ph type="body" hasCustomPrompt="1"/>
          </p:nvPr>
        </p:nvSpPr>
        <p:spPr>
          <a:xfrm>
            <a:off x="6411600" y="2775600"/>
            <a:ext cx="21740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381" name="PlaceHolder 16"/>
          <p:cNvSpPr>
            <a:spLocks noGrp="1"/>
          </p:cNvSpPr>
          <p:nvPr>
            <p:ph type="body" hasCustomPrompt="1"/>
          </p:nvPr>
        </p:nvSpPr>
        <p:spPr>
          <a:xfrm>
            <a:off x="6411600" y="3206880"/>
            <a:ext cx="217404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382" name="PlaceHolder 17"/>
          <p:cNvSpPr>
            <a:spLocks noGrp="1"/>
          </p:cNvSpPr>
          <p:nvPr>
            <p:ph type="body" hasCustomPrompt="1"/>
          </p:nvPr>
        </p:nvSpPr>
        <p:spPr>
          <a:xfrm>
            <a:off x="9078840" y="2775600"/>
            <a:ext cx="21740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383" name="PlaceHolder 18"/>
          <p:cNvSpPr>
            <a:spLocks noGrp="1"/>
          </p:cNvSpPr>
          <p:nvPr>
            <p:ph type="body" hasCustomPrompt="1"/>
          </p:nvPr>
        </p:nvSpPr>
        <p:spPr>
          <a:xfrm>
            <a:off x="9078840" y="3206880"/>
            <a:ext cx="217404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384" name="PlaceHolder 19"/>
          <p:cNvSpPr>
            <a:spLocks noGrp="1"/>
          </p:cNvSpPr>
          <p:nvPr>
            <p:ph type="body" hasCustomPrompt="1"/>
          </p:nvPr>
        </p:nvSpPr>
        <p:spPr>
          <a:xfrm>
            <a:off x="849240" y="5682240"/>
            <a:ext cx="21740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385" name="PlaceHolder 20"/>
          <p:cNvSpPr>
            <a:spLocks noGrp="1"/>
          </p:cNvSpPr>
          <p:nvPr>
            <p:ph type="body" hasCustomPrompt="1"/>
          </p:nvPr>
        </p:nvSpPr>
        <p:spPr>
          <a:xfrm>
            <a:off x="849240" y="6113520"/>
            <a:ext cx="217404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386" name="PlaceHolder 21"/>
          <p:cNvSpPr>
            <a:spLocks noGrp="1"/>
          </p:cNvSpPr>
          <p:nvPr>
            <p:ph type="body" hasCustomPrompt="1"/>
          </p:nvPr>
        </p:nvSpPr>
        <p:spPr>
          <a:xfrm>
            <a:off x="3624840" y="5682240"/>
            <a:ext cx="21740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387" name="PlaceHolder 22"/>
          <p:cNvSpPr>
            <a:spLocks noGrp="1"/>
          </p:cNvSpPr>
          <p:nvPr>
            <p:ph type="body" hasCustomPrompt="1"/>
          </p:nvPr>
        </p:nvSpPr>
        <p:spPr>
          <a:xfrm>
            <a:off x="3624840" y="6113520"/>
            <a:ext cx="217404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388" name="PlaceHolder 23"/>
          <p:cNvSpPr>
            <a:spLocks noGrp="1"/>
          </p:cNvSpPr>
          <p:nvPr>
            <p:ph type="body" hasCustomPrompt="1"/>
          </p:nvPr>
        </p:nvSpPr>
        <p:spPr>
          <a:xfrm>
            <a:off x="6324480" y="5682240"/>
            <a:ext cx="21740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389" name="PlaceHolder 24"/>
          <p:cNvSpPr>
            <a:spLocks noGrp="1"/>
          </p:cNvSpPr>
          <p:nvPr>
            <p:ph type="body" hasCustomPrompt="1"/>
          </p:nvPr>
        </p:nvSpPr>
        <p:spPr>
          <a:xfrm>
            <a:off x="6324480" y="6113520"/>
            <a:ext cx="217404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390" name="PlaceHolder 25"/>
          <p:cNvSpPr>
            <a:spLocks noGrp="1"/>
          </p:cNvSpPr>
          <p:nvPr>
            <p:ph type="body" hasCustomPrompt="1"/>
          </p:nvPr>
        </p:nvSpPr>
        <p:spPr>
          <a:xfrm>
            <a:off x="8991720" y="5682240"/>
            <a:ext cx="217404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391" name="PlaceHolder 26"/>
          <p:cNvSpPr>
            <a:spLocks noGrp="1"/>
          </p:cNvSpPr>
          <p:nvPr>
            <p:ph type="body" hasCustomPrompt="1"/>
          </p:nvPr>
        </p:nvSpPr>
        <p:spPr>
          <a:xfrm>
            <a:off x="8991720" y="6113520"/>
            <a:ext cx="217404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Ekibimiz 10 Kolon">
    <p:bg>
      <p:bgPr>
        <a:solidFill>
          <a:srgbClr val="FFFFFF"/>
        </a:solidFill>
        <a:effectLst/>
      </p:bgPr>
    </p:bg>
    <p:spTree>
      <p:nvGrpSpPr>
        <p:cNvPr id="1" name=""/>
        <p:cNvGrpSpPr/>
        <p:nvPr/>
      </p:nvGrpSpPr>
      <p:grpSpPr>
        <a:xfrm>
          <a:off x="0" y="0"/>
          <a:ext cx="0" cy="0"/>
          <a:chOff x="0" y="0"/>
          <a:chExt cx="0" cy="0"/>
        </a:xfrm>
      </p:grpSpPr>
      <p:pic>
        <p:nvPicPr>
          <p:cNvPr id="392" name="Resim 6"/>
          <p:cNvPicPr/>
          <p:nvPr/>
        </p:nvPicPr>
        <p:blipFill>
          <a:blip r:embed="rId2"/>
          <a:stretch/>
        </p:blipFill>
        <p:spPr>
          <a:xfrm>
            <a:off x="277920" y="216360"/>
            <a:ext cx="1727640" cy="625680"/>
          </a:xfrm>
          <a:prstGeom prst="rect">
            <a:avLst/>
          </a:prstGeom>
          <a:noFill/>
          <a:ln w="0">
            <a:noFill/>
          </a:ln>
        </p:spPr>
      </p:pic>
      <p:sp>
        <p:nvSpPr>
          <p:cNvPr id="393" name="Aynı Kenardaki Köşeleri Yuvarlatılmış Dikdörtgen 7"/>
          <p:cNvSpPr/>
          <p:nvPr/>
        </p:nvSpPr>
        <p:spPr>
          <a:xfrm rot="16200000">
            <a:off x="11439000" y="-52200"/>
            <a:ext cx="421560" cy="1082880"/>
          </a:xfrm>
          <a:prstGeom prst="round2SameRect">
            <a:avLst>
              <a:gd name="adj1" fmla="val 16667"/>
              <a:gd name="adj2" fmla="val 0"/>
            </a:avLst>
          </a:prstGeom>
          <a:solidFill>
            <a:srgbClr val="8E143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tr-TR" sz="1800" b="0" u="none" strike="noStrike">
              <a:solidFill>
                <a:schemeClr val="lt1">
                  <a:lumMod val="75000"/>
                </a:schemeClr>
              </a:solidFill>
              <a:effectLst/>
              <a:uFillTx/>
              <a:latin typeface="Calibri"/>
            </a:endParaRPr>
          </a:p>
        </p:txBody>
      </p:sp>
      <p:sp>
        <p:nvSpPr>
          <p:cNvPr id="394" name="Slayt Numarası Yer Tutucusu 8"/>
          <p:cNvSpPr/>
          <p:nvPr/>
        </p:nvSpPr>
        <p:spPr>
          <a:xfrm>
            <a:off x="11108520" y="305280"/>
            <a:ext cx="1083240" cy="3646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pPr>
            <a:fld id="{26222C31-36DC-46C7-86C1-328E56720BF0}" type="slidenum">
              <a:rPr lang="tr-TR" sz="1200" b="0" u="none" strike="noStrike">
                <a:solidFill>
                  <a:schemeClr val="lt1"/>
                </a:solidFill>
                <a:effectLst/>
                <a:uFillTx/>
                <a:latin typeface="Gotham"/>
              </a:rPr>
              <a:t>‹#›</a:t>
            </a:fld>
            <a:endParaRPr lang="en-US" sz="1200" b="0" u="none" strike="noStrike">
              <a:solidFill>
                <a:srgbClr val="000000"/>
              </a:solidFill>
              <a:effectLst/>
              <a:uFillTx/>
              <a:latin typeface="Arial"/>
            </a:endParaRPr>
          </a:p>
        </p:txBody>
      </p:sp>
      <p:sp>
        <p:nvSpPr>
          <p:cNvPr id="395" name="Rectangle 17"/>
          <p:cNvSpPr/>
          <p:nvPr/>
        </p:nvSpPr>
        <p:spPr>
          <a:xfrm rot="5400000">
            <a:off x="5481000" y="-427356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396" name="PlaceHolder 1"/>
          <p:cNvSpPr>
            <a:spLocks noGrp="1"/>
          </p:cNvSpPr>
          <p:nvPr>
            <p:ph type="sldNum" idx="28"/>
          </p:nvPr>
        </p:nvSpPr>
        <p:spPr>
          <a:xfrm>
            <a:off x="11108520" y="305280"/>
            <a:ext cx="1083240" cy="364680"/>
          </a:xfrm>
          <a:prstGeom prst="rect">
            <a:avLst/>
          </a:prstGeom>
          <a:noFill/>
          <a:ln w="0">
            <a:noFill/>
          </a:ln>
        </p:spPr>
        <p:txBody>
          <a:bodyPr lIns="91440" tIns="45720" rIns="91440" bIns="45720" anchor="ctr">
            <a:noAutofit/>
          </a:bodyPr>
          <a:lstStyle>
            <a:lvl1pPr indent="0" algn="ctr" defTabSz="914400">
              <a:lnSpc>
                <a:spcPct val="100000"/>
              </a:lnSpc>
              <a:buNone/>
              <a:defRPr lang="tr-TR" sz="1200" b="0" u="none" strike="noStrike">
                <a:solidFill>
                  <a:schemeClr val="lt1">
                    <a:tint val="75000"/>
                  </a:schemeClr>
                </a:solidFill>
                <a:effectLst/>
                <a:uFillTx/>
                <a:latin typeface="Gotham"/>
              </a:defRPr>
            </a:lvl1pPr>
          </a:lstStyle>
          <a:p>
            <a:pPr indent="0" algn="ctr" defTabSz="914400">
              <a:lnSpc>
                <a:spcPct val="100000"/>
              </a:lnSpc>
              <a:buNone/>
            </a:pPr>
            <a:fld id="{40700567-A857-4851-A7D8-B477ED57388E}" type="slidenum">
              <a:rPr lang="tr-TR" sz="1200" b="0" u="none" strike="noStrike">
                <a:solidFill>
                  <a:schemeClr val="lt1">
                    <a:tint val="75000"/>
                  </a:schemeClr>
                </a:solidFill>
                <a:effectLst/>
                <a:uFillTx/>
                <a:latin typeface="Gotham"/>
              </a:rPr>
              <a:t>‹#›</a:t>
            </a:fld>
            <a:endParaRPr lang="en-US" sz="1200" b="0" u="none" strike="noStrike">
              <a:solidFill>
                <a:srgbClr val="000000"/>
              </a:solidFill>
              <a:effectLst/>
              <a:uFillTx/>
              <a:latin typeface="Times New Roman"/>
            </a:endParaRPr>
          </a:p>
        </p:txBody>
      </p:sp>
      <p:sp>
        <p:nvSpPr>
          <p:cNvPr id="397" name="PlaceHolder 2"/>
          <p:cNvSpPr>
            <a:spLocks noGrp="1"/>
          </p:cNvSpPr>
          <p:nvPr>
            <p:ph type="body" hasCustomPrompt="1"/>
          </p:nvPr>
        </p:nvSpPr>
        <p:spPr>
          <a:xfrm>
            <a:off x="2305800" y="183960"/>
            <a:ext cx="7566480" cy="713880"/>
          </a:xfrm>
          <a:prstGeom prst="rect">
            <a:avLst/>
          </a:prstGeom>
          <a:noFill/>
          <a:ln w="0">
            <a:noFill/>
          </a:ln>
        </p:spPr>
        <p:txBody>
          <a:bodyPr lIns="91440" tIns="45720" rIns="91440" bIns="45720" anchor="ctr">
            <a:noAutofit/>
          </a:bodyPr>
          <a:lstStyle>
            <a:lvl1pPr indent="0" algn="ctr" defTabSz="914400">
              <a:lnSpc>
                <a:spcPct val="90000"/>
              </a:lnSpc>
              <a:spcBef>
                <a:spcPts val="1001"/>
              </a:spcBef>
              <a:buNone/>
              <a:tabLst>
                <a:tab pos="0" algn="l"/>
              </a:tabLst>
              <a:defRPr lang="tr-TR" sz="3000" b="0" u="none" strike="noStrike">
                <a:solidFill>
                  <a:srgbClr val="8E1438"/>
                </a:solidFill>
                <a:effectLst/>
                <a:uFillTx/>
                <a:latin typeface="Gotham Medium"/>
              </a:defRPr>
            </a:lvl1pPr>
          </a:lstStyle>
          <a:p>
            <a:pPr indent="0" algn="ctr" defTabSz="914400">
              <a:lnSpc>
                <a:spcPct val="90000"/>
              </a:lnSpc>
              <a:spcBef>
                <a:spcPts val="1001"/>
              </a:spcBef>
              <a:buNone/>
              <a:tabLst>
                <a:tab pos="0" algn="l"/>
              </a:tabLst>
            </a:pPr>
            <a:r>
              <a:rPr lang="tr-TR" sz="3000" b="0" u="none" strike="noStrike">
                <a:solidFill>
                  <a:srgbClr val="8E1438"/>
                </a:solidFill>
                <a:effectLst/>
                <a:uFillTx/>
                <a:latin typeface="Gotham Medium"/>
              </a:rPr>
              <a:t>Başlık</a:t>
            </a:r>
            <a:endParaRPr lang="tr-TR" sz="3000" b="0" u="none" strike="noStrike">
              <a:solidFill>
                <a:srgbClr val="706F6F"/>
              </a:solidFill>
              <a:effectLst/>
              <a:uFillTx/>
              <a:latin typeface="Gotham"/>
            </a:endParaRPr>
          </a:p>
        </p:txBody>
      </p:sp>
      <p:sp>
        <p:nvSpPr>
          <p:cNvPr id="398" name="PlaceHolder 3"/>
          <p:cNvSpPr>
            <a:spLocks noGrp="1"/>
          </p:cNvSpPr>
          <p:nvPr>
            <p:ph type="body"/>
          </p:nvPr>
        </p:nvSpPr>
        <p:spPr>
          <a:xfrm>
            <a:off x="301932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399" name="PlaceHolder 4"/>
          <p:cNvSpPr>
            <a:spLocks noGrp="1"/>
          </p:cNvSpPr>
          <p:nvPr>
            <p:ph type="body"/>
          </p:nvPr>
        </p:nvSpPr>
        <p:spPr>
          <a:xfrm>
            <a:off x="528912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00" name="PlaceHolder 5"/>
          <p:cNvSpPr>
            <a:spLocks noGrp="1"/>
          </p:cNvSpPr>
          <p:nvPr>
            <p:ph type="body"/>
          </p:nvPr>
        </p:nvSpPr>
        <p:spPr>
          <a:xfrm>
            <a:off x="755928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01" name="PlaceHolder 6"/>
          <p:cNvSpPr>
            <a:spLocks noGrp="1"/>
          </p:cNvSpPr>
          <p:nvPr>
            <p:ph type="body"/>
          </p:nvPr>
        </p:nvSpPr>
        <p:spPr>
          <a:xfrm>
            <a:off x="982908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02" name="PlaceHolder 7"/>
          <p:cNvSpPr>
            <a:spLocks noGrp="1"/>
          </p:cNvSpPr>
          <p:nvPr>
            <p:ph type="body"/>
          </p:nvPr>
        </p:nvSpPr>
        <p:spPr>
          <a:xfrm>
            <a:off x="753480" y="99828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03" name="PlaceHolder 8"/>
          <p:cNvSpPr>
            <a:spLocks noGrp="1"/>
          </p:cNvSpPr>
          <p:nvPr>
            <p:ph type="body" hasCustomPrompt="1"/>
          </p:nvPr>
        </p:nvSpPr>
        <p:spPr>
          <a:xfrm>
            <a:off x="667800" y="280764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04" name="PlaceHolder 9"/>
          <p:cNvSpPr>
            <a:spLocks noGrp="1"/>
          </p:cNvSpPr>
          <p:nvPr>
            <p:ph type="body" hasCustomPrompt="1"/>
          </p:nvPr>
        </p:nvSpPr>
        <p:spPr>
          <a:xfrm>
            <a:off x="667800" y="3238920"/>
            <a:ext cx="1845720" cy="5677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05" name="Rectangle 17"/>
          <p:cNvSpPr/>
          <p:nvPr/>
        </p:nvSpPr>
        <p:spPr>
          <a:xfrm rot="5400000">
            <a:off x="5481000" y="-1380600"/>
            <a:ext cx="1230120" cy="12191760"/>
          </a:xfrm>
          <a:prstGeom prst="rect">
            <a:avLst/>
          </a:prstGeom>
          <a:gradFill rotWithShape="0">
            <a:gsLst>
              <a:gs pos="0">
                <a:srgbClr val="8E1438"/>
              </a:gs>
              <a:gs pos="100000">
                <a:srgbClr val="AD1844">
                  <a:alpha val="79000"/>
                </a:srgbClr>
              </a:gs>
            </a:gsLst>
            <a:lin ang="189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D" sz="1800" b="0" u="none" strike="noStrike">
              <a:solidFill>
                <a:schemeClr val="lt1"/>
              </a:solidFill>
              <a:effectLst/>
              <a:uFillTx/>
              <a:latin typeface="Gotham"/>
            </a:endParaRPr>
          </a:p>
        </p:txBody>
      </p:sp>
      <p:sp>
        <p:nvSpPr>
          <p:cNvPr id="406" name="PlaceHolder 10"/>
          <p:cNvSpPr>
            <a:spLocks noGrp="1"/>
          </p:cNvSpPr>
          <p:nvPr>
            <p:ph type="body"/>
          </p:nvPr>
        </p:nvSpPr>
        <p:spPr>
          <a:xfrm>
            <a:off x="301932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07" name="PlaceHolder 11"/>
          <p:cNvSpPr>
            <a:spLocks noGrp="1"/>
          </p:cNvSpPr>
          <p:nvPr>
            <p:ph type="body"/>
          </p:nvPr>
        </p:nvSpPr>
        <p:spPr>
          <a:xfrm>
            <a:off x="528912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08" name="PlaceHolder 12"/>
          <p:cNvSpPr>
            <a:spLocks noGrp="1"/>
          </p:cNvSpPr>
          <p:nvPr>
            <p:ph type="body"/>
          </p:nvPr>
        </p:nvSpPr>
        <p:spPr>
          <a:xfrm>
            <a:off x="755928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09" name="PlaceHolder 13"/>
          <p:cNvSpPr>
            <a:spLocks noGrp="1"/>
          </p:cNvSpPr>
          <p:nvPr>
            <p:ph type="body"/>
          </p:nvPr>
        </p:nvSpPr>
        <p:spPr>
          <a:xfrm>
            <a:off x="982908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10" name="PlaceHolder 14"/>
          <p:cNvSpPr>
            <a:spLocks noGrp="1"/>
          </p:cNvSpPr>
          <p:nvPr>
            <p:ph type="body"/>
          </p:nvPr>
        </p:nvSpPr>
        <p:spPr>
          <a:xfrm>
            <a:off x="753480" y="3891240"/>
            <a:ext cx="1694520" cy="1695600"/>
          </a:xfrm>
          <a:prstGeom prst="rect">
            <a:avLst/>
          </a:prstGeom>
          <a:solidFill>
            <a:schemeClr val="lt1">
              <a:lumMod val="95000"/>
              <a:alpha val="70000"/>
            </a:schemeClr>
          </a:solidFill>
          <a:ln w="57240">
            <a:solidFill>
              <a:srgbClr val="8E1438"/>
            </a:solidFill>
            <a:round/>
          </a:ln>
          <a:effectLst>
            <a:outerShdw rotWithShape="0">
              <a:srgbClr val="000000"/>
            </a:outerShdw>
          </a:effectLst>
        </p:spPr>
        <p:txBody>
          <a:bodyPr lIns="90000" tIns="45000" rIns="90000" bIns="45000" anchor="t">
            <a:noAutofit/>
          </a:bodyPr>
          <a:lstStyle>
            <a:lvl1pPr indent="0" algn="l" defTabSz="914400">
              <a:tabLst>
                <a:tab pos="0" algn="l"/>
              </a:tabLst>
              <a:defRPr lang="tr-TR" sz="1800" b="0" u="none" strike="noStrike">
                <a:solidFill>
                  <a:srgbClr val="706F6F"/>
                </a:solidFill>
                <a:effectLst/>
                <a:uFillTx/>
                <a:latin typeface="Gotham"/>
              </a:defRPr>
            </a:lvl1pPr>
            <a:lvl2pPr lvl="1"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tr-TR"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tr-TR"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tr-TR" sz="1800" b="0" u="none" strike="noStrike">
                <a:solidFill>
                  <a:schemeClr val="dk1"/>
                </a:solidFill>
                <a:effectLst/>
                <a:uFillTx/>
                <a:latin typeface="Calibri"/>
              </a:defRPr>
            </a:lvl7pPr>
          </a:lstStyle>
          <a:p>
            <a:pPr indent="0" algn="l" defTabSz="914400">
              <a:tabLst>
                <a:tab pos="0" algn="l"/>
              </a:tabLst>
            </a:pPr>
            <a:r>
              <a:rPr lang="tr-TR" sz="1800" b="0" u="none" strike="noStrike">
                <a:solidFill>
                  <a:srgbClr val="706F6F"/>
                </a:solidFill>
                <a:effectLst/>
                <a:uFillTx/>
                <a:latin typeface="Gotham"/>
              </a:rPr>
              <a:t>Click to edit the outline text format</a:t>
            </a:r>
          </a:p>
          <a:p>
            <a:pPr marL="457200" lvl="1" indent="-324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Second Outline Level</a:t>
            </a:r>
          </a:p>
          <a:p>
            <a:pPr marL="914400" lvl="2" indent="-288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Third Outline Level</a:t>
            </a:r>
          </a:p>
          <a:p>
            <a:pPr marL="1371600" lvl="3" indent="-216000" algn="l" defTabSz="914400">
              <a:lnSpc>
                <a:spcPct val="90000"/>
              </a:lnSpc>
              <a:spcBef>
                <a:spcPts val="499"/>
              </a:spcBef>
              <a:buClr>
                <a:srgbClr val="000000"/>
              </a:buClr>
              <a:buSzPct val="75000"/>
              <a:buFont typeface="Symbol" charset="2"/>
              <a:buChar char=""/>
            </a:pPr>
            <a:r>
              <a:rPr lang="tr-TR" sz="1800" b="0" u="none" strike="noStrike">
                <a:solidFill>
                  <a:schemeClr val="dk1"/>
                </a:solidFill>
                <a:effectLst/>
                <a:uFillTx/>
                <a:latin typeface="Calibri"/>
              </a:rPr>
              <a:t>Fourth Outline Level</a:t>
            </a:r>
          </a:p>
          <a:p>
            <a:pPr marL="1828800" lvl="4" indent="-216000" algn="l" defTabSz="914400">
              <a:lnSpc>
                <a:spcPct val="90000"/>
              </a:lnSpc>
              <a:spcBef>
                <a:spcPts val="499"/>
              </a:spcBef>
              <a:buClr>
                <a:srgbClr val="000000"/>
              </a:buClr>
              <a:buSzPct val="45000"/>
              <a:buFont typeface="Wingdings" charset="2"/>
              <a:buChar char=""/>
            </a:pPr>
            <a:r>
              <a:rPr lang="tr-TR" sz="1800" b="0" u="none" strike="noStrike">
                <a:solidFill>
                  <a:schemeClr val="dk1"/>
                </a:solidFill>
                <a:effectLst/>
                <a:uFillTx/>
                <a:latin typeface="Calibri"/>
              </a:rPr>
              <a:t>Fifth Outline Level</a:t>
            </a:r>
          </a:p>
          <a:p>
            <a:pPr marL="2286000" lvl="5"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Sixth Outline Level</a:t>
            </a:r>
          </a:p>
          <a:p>
            <a:pPr marL="2743200" lvl="6" indent="-216000" algn="l" defTabSz="914400">
              <a:lnSpc>
                <a:spcPct val="90000"/>
              </a:lnSpc>
              <a:spcBef>
                <a:spcPts val="283"/>
              </a:spcBef>
              <a:buClr>
                <a:srgbClr val="000000"/>
              </a:buClr>
              <a:buSzPct val="45000"/>
              <a:buFont typeface="Wingdings" charset="2"/>
              <a:buChar char=""/>
            </a:pPr>
            <a:r>
              <a:rPr lang="tr-TR" sz="1800" b="0" u="none" strike="noStrike">
                <a:solidFill>
                  <a:schemeClr val="dk1"/>
                </a:solidFill>
                <a:effectLst/>
                <a:uFillTx/>
                <a:latin typeface="Calibri"/>
              </a:rPr>
              <a:t>Seventh Outline Level</a:t>
            </a:r>
          </a:p>
        </p:txBody>
      </p:sp>
      <p:sp>
        <p:nvSpPr>
          <p:cNvPr id="411" name="PlaceHolder 15"/>
          <p:cNvSpPr>
            <a:spLocks noGrp="1"/>
          </p:cNvSpPr>
          <p:nvPr>
            <p:ph type="body" hasCustomPrompt="1"/>
          </p:nvPr>
        </p:nvSpPr>
        <p:spPr>
          <a:xfrm>
            <a:off x="2964600" y="280764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12" name="PlaceHolder 16"/>
          <p:cNvSpPr>
            <a:spLocks noGrp="1"/>
          </p:cNvSpPr>
          <p:nvPr>
            <p:ph type="body" hasCustomPrompt="1"/>
          </p:nvPr>
        </p:nvSpPr>
        <p:spPr>
          <a:xfrm>
            <a:off x="2964600" y="3238920"/>
            <a:ext cx="184572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13" name="PlaceHolder 17"/>
          <p:cNvSpPr>
            <a:spLocks noGrp="1"/>
          </p:cNvSpPr>
          <p:nvPr>
            <p:ph type="body" hasCustomPrompt="1"/>
          </p:nvPr>
        </p:nvSpPr>
        <p:spPr>
          <a:xfrm>
            <a:off x="5229720" y="280764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14" name="PlaceHolder 18"/>
          <p:cNvSpPr>
            <a:spLocks noGrp="1"/>
          </p:cNvSpPr>
          <p:nvPr>
            <p:ph type="body" hasCustomPrompt="1"/>
          </p:nvPr>
        </p:nvSpPr>
        <p:spPr>
          <a:xfrm>
            <a:off x="5229720" y="3238920"/>
            <a:ext cx="184572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15" name="PlaceHolder 19"/>
          <p:cNvSpPr>
            <a:spLocks noGrp="1"/>
          </p:cNvSpPr>
          <p:nvPr>
            <p:ph type="body" hasCustomPrompt="1"/>
          </p:nvPr>
        </p:nvSpPr>
        <p:spPr>
          <a:xfrm>
            <a:off x="7526520" y="280764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16" name="PlaceHolder 20"/>
          <p:cNvSpPr>
            <a:spLocks noGrp="1"/>
          </p:cNvSpPr>
          <p:nvPr>
            <p:ph type="body" hasCustomPrompt="1"/>
          </p:nvPr>
        </p:nvSpPr>
        <p:spPr>
          <a:xfrm>
            <a:off x="7526520" y="3238920"/>
            <a:ext cx="184572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17" name="PlaceHolder 21"/>
          <p:cNvSpPr>
            <a:spLocks noGrp="1"/>
          </p:cNvSpPr>
          <p:nvPr>
            <p:ph type="body" hasCustomPrompt="1"/>
          </p:nvPr>
        </p:nvSpPr>
        <p:spPr>
          <a:xfrm>
            <a:off x="9823320" y="280764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18" name="PlaceHolder 22"/>
          <p:cNvSpPr>
            <a:spLocks noGrp="1"/>
          </p:cNvSpPr>
          <p:nvPr>
            <p:ph type="body" hasCustomPrompt="1"/>
          </p:nvPr>
        </p:nvSpPr>
        <p:spPr>
          <a:xfrm>
            <a:off x="9823320" y="3238920"/>
            <a:ext cx="184572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19" name="PlaceHolder 23"/>
          <p:cNvSpPr>
            <a:spLocks noGrp="1"/>
          </p:cNvSpPr>
          <p:nvPr>
            <p:ph type="body" hasCustomPrompt="1"/>
          </p:nvPr>
        </p:nvSpPr>
        <p:spPr>
          <a:xfrm>
            <a:off x="667800" y="569232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20" name="PlaceHolder 24"/>
          <p:cNvSpPr>
            <a:spLocks noGrp="1"/>
          </p:cNvSpPr>
          <p:nvPr>
            <p:ph type="body" hasCustomPrompt="1"/>
          </p:nvPr>
        </p:nvSpPr>
        <p:spPr>
          <a:xfrm>
            <a:off x="667800" y="6123600"/>
            <a:ext cx="1845720" cy="567720"/>
          </a:xfrm>
          <a:prstGeom prst="rect">
            <a:avLst/>
          </a:prstGeom>
          <a:noFill/>
          <a:ln w="0">
            <a:noFill/>
          </a:ln>
        </p:spPr>
        <p:txBody>
          <a:bodyPr lIns="91440" tIns="45720" rIns="91440" bIns="45720" anchor="t">
            <a:no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21" name="PlaceHolder 25"/>
          <p:cNvSpPr>
            <a:spLocks noGrp="1"/>
          </p:cNvSpPr>
          <p:nvPr>
            <p:ph type="body" hasCustomPrompt="1"/>
          </p:nvPr>
        </p:nvSpPr>
        <p:spPr>
          <a:xfrm>
            <a:off x="2964600" y="569232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22" name="PlaceHolder 26"/>
          <p:cNvSpPr>
            <a:spLocks noGrp="1"/>
          </p:cNvSpPr>
          <p:nvPr>
            <p:ph type="body" hasCustomPrompt="1"/>
          </p:nvPr>
        </p:nvSpPr>
        <p:spPr>
          <a:xfrm>
            <a:off x="2964600" y="6123600"/>
            <a:ext cx="184572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23" name="PlaceHolder 27"/>
          <p:cNvSpPr>
            <a:spLocks noGrp="1"/>
          </p:cNvSpPr>
          <p:nvPr>
            <p:ph type="body" hasCustomPrompt="1"/>
          </p:nvPr>
        </p:nvSpPr>
        <p:spPr>
          <a:xfrm>
            <a:off x="5229720" y="569232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24" name="PlaceHolder 28"/>
          <p:cNvSpPr>
            <a:spLocks noGrp="1"/>
          </p:cNvSpPr>
          <p:nvPr>
            <p:ph type="body" hasCustomPrompt="1"/>
          </p:nvPr>
        </p:nvSpPr>
        <p:spPr>
          <a:xfrm>
            <a:off x="5229720" y="6123600"/>
            <a:ext cx="184572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25" name="PlaceHolder 29"/>
          <p:cNvSpPr>
            <a:spLocks noGrp="1"/>
          </p:cNvSpPr>
          <p:nvPr>
            <p:ph type="body" hasCustomPrompt="1"/>
          </p:nvPr>
        </p:nvSpPr>
        <p:spPr>
          <a:xfrm>
            <a:off x="7526520" y="569232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26" name="PlaceHolder 30"/>
          <p:cNvSpPr>
            <a:spLocks noGrp="1"/>
          </p:cNvSpPr>
          <p:nvPr>
            <p:ph type="body" hasCustomPrompt="1"/>
          </p:nvPr>
        </p:nvSpPr>
        <p:spPr>
          <a:xfrm>
            <a:off x="7526520" y="6123600"/>
            <a:ext cx="184572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
        <p:nvSpPr>
          <p:cNvPr id="427" name="PlaceHolder 31"/>
          <p:cNvSpPr>
            <a:spLocks noGrp="1"/>
          </p:cNvSpPr>
          <p:nvPr>
            <p:ph type="body" hasCustomPrompt="1"/>
          </p:nvPr>
        </p:nvSpPr>
        <p:spPr>
          <a:xfrm>
            <a:off x="9823320" y="5692320"/>
            <a:ext cx="1845720" cy="289800"/>
          </a:xfrm>
          <a:prstGeom prst="rect">
            <a:avLst/>
          </a:prstGeom>
          <a:noFill/>
          <a:ln w="0">
            <a:noFill/>
          </a:ln>
        </p:spPr>
        <p:txBody>
          <a:bodyPr lIns="91440" tIns="45720" rIns="91440" bIns="45720" anchor="t">
            <a:noAutofit/>
          </a:bodyPr>
          <a:lstStyle>
            <a:lvl1pPr indent="0" algn="ctr" defTabSz="914400">
              <a:lnSpc>
                <a:spcPct val="150000"/>
              </a:lnSpc>
              <a:spcBef>
                <a:spcPts val="1001"/>
              </a:spcBef>
              <a:buNone/>
              <a:tabLst>
                <a:tab pos="0" algn="l"/>
              </a:tabLst>
              <a:defRPr lang="tr-TR" sz="1400" b="1" u="none" strike="noStrike">
                <a:solidFill>
                  <a:srgbClr val="706F6F"/>
                </a:solidFill>
                <a:effectLst/>
                <a:uFillTx/>
                <a:latin typeface="Gotham"/>
              </a:defRPr>
            </a:lvl1pPr>
          </a:lstStyle>
          <a:p>
            <a:pPr indent="0" algn="ctr" defTabSz="914400">
              <a:lnSpc>
                <a:spcPct val="150000"/>
              </a:lnSpc>
              <a:spcBef>
                <a:spcPts val="1001"/>
              </a:spcBef>
              <a:buNone/>
              <a:tabLst>
                <a:tab pos="0" algn="l"/>
              </a:tabLst>
            </a:pPr>
            <a:r>
              <a:rPr lang="tr-TR" sz="1400" b="1" u="none" strike="noStrike">
                <a:solidFill>
                  <a:srgbClr val="706F6F"/>
                </a:solidFill>
                <a:effectLst/>
                <a:uFillTx/>
                <a:latin typeface="Gotham"/>
              </a:rPr>
              <a:t>Ad-Soyad</a:t>
            </a:r>
            <a:endParaRPr lang="tr-TR" sz="1400" b="0" u="none" strike="noStrike">
              <a:solidFill>
                <a:srgbClr val="706F6F"/>
              </a:solidFill>
              <a:effectLst/>
              <a:uFillTx/>
              <a:latin typeface="Gotham"/>
            </a:endParaRPr>
          </a:p>
        </p:txBody>
      </p:sp>
      <p:sp>
        <p:nvSpPr>
          <p:cNvPr id="428" name="PlaceHolder 32"/>
          <p:cNvSpPr>
            <a:spLocks noGrp="1"/>
          </p:cNvSpPr>
          <p:nvPr>
            <p:ph type="body" hasCustomPrompt="1"/>
          </p:nvPr>
        </p:nvSpPr>
        <p:spPr>
          <a:xfrm>
            <a:off x="9823320" y="6123600"/>
            <a:ext cx="1845720" cy="567720"/>
          </a:xfrm>
          <a:prstGeom prst="rect">
            <a:avLst/>
          </a:prstGeom>
          <a:noFill/>
          <a:ln w="0">
            <a:noFill/>
          </a:ln>
        </p:spPr>
        <p:txBody>
          <a:bodyPr lIns="91440" tIns="45720" rIns="91440" bIns="45720" anchor="t">
            <a:normAutofit/>
          </a:bodyPr>
          <a:lstStyle>
            <a:lvl1pPr indent="0" algn="ctr" defTabSz="914400">
              <a:lnSpc>
                <a:spcPct val="100000"/>
              </a:lnSpc>
              <a:buNone/>
              <a:tabLst>
                <a:tab pos="0" algn="l"/>
              </a:tabLst>
              <a:defRPr lang="tr-TR" sz="1400" b="0" u="none" strike="noStrike">
                <a:solidFill>
                  <a:srgbClr val="706F6F"/>
                </a:solidFill>
                <a:effectLst/>
                <a:uFillTx/>
                <a:latin typeface="Gotham"/>
              </a:defRPr>
            </a:lvl1pPr>
          </a:lstStyle>
          <a:p>
            <a:pPr indent="0" algn="ctr" defTabSz="914400">
              <a:lnSpc>
                <a:spcPct val="100000"/>
              </a:lnSpc>
              <a:buNone/>
              <a:tabLst>
                <a:tab pos="0" algn="l"/>
              </a:tabLst>
            </a:pPr>
            <a:r>
              <a:rPr lang="tr-TR" sz="1400" b="0" u="none" strike="noStrike">
                <a:solidFill>
                  <a:srgbClr val="706F6F"/>
                </a:solidFill>
                <a:effectLst/>
                <a:uFillTx/>
                <a:latin typeface="Gotham"/>
              </a:rPr>
              <a:t>Ünvan</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26" Type="http://schemas.openxmlformats.org/officeDocument/2006/relationships/slideLayout" Target="../slideLayouts/slideLayout31.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5" Type="http://schemas.openxmlformats.org/officeDocument/2006/relationships/slideLayout" Target="../slideLayouts/slideLayout30.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24" Type="http://schemas.openxmlformats.org/officeDocument/2006/relationships/slideLayout" Target="../slideLayouts/slideLayout29.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slideLayout" Target="../slideLayouts/slideLayout28.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PlaceHolder 1"/>
          <p:cNvSpPr>
            <a:spLocks noGrp="1"/>
          </p:cNvSpPr>
          <p:nvPr>
            <p:ph type="title" hasCustomPrompt="1"/>
          </p:nvPr>
        </p:nvSpPr>
        <p:spPr>
          <a:xfrm>
            <a:off x="838080" y="1613880"/>
            <a:ext cx="10515240" cy="579960"/>
          </a:xfrm>
          <a:prstGeom prst="rect">
            <a:avLst/>
          </a:prstGeom>
          <a:noFill/>
          <a:ln w="0">
            <a:noFill/>
          </a:ln>
        </p:spPr>
        <p:txBody>
          <a:bodyPr lIns="90000" tIns="45000" rIns="90000" bIns="45000" anchor="t">
            <a:noAutofit/>
          </a:bodyPr>
          <a:lstStyle/>
          <a:p>
            <a:pPr indent="0" algn="ctr" defTabSz="914400">
              <a:lnSpc>
                <a:spcPct val="90000"/>
              </a:lnSpc>
              <a:buNone/>
            </a:pPr>
            <a:r>
              <a:rPr lang="en-QA" sz="3200" b="1" u="none" strike="noStrike" dirty="0">
                <a:solidFill>
                  <a:schemeClr val="lt1"/>
                </a:solidFill>
                <a:effectLst/>
                <a:uFillTx/>
                <a:latin typeface="Gotham"/>
              </a:rPr>
              <a:t>Acadia</a:t>
            </a:r>
            <a:endParaRPr lang="en-US" sz="3200" b="1" u="none" strike="noStrike" dirty="0">
              <a:solidFill>
                <a:schemeClr val="lt1"/>
              </a:solidFill>
              <a:effectLst/>
              <a:uFillTx/>
              <a:latin typeface="Gotham"/>
            </a:endParaRPr>
          </a:p>
        </p:txBody>
      </p:sp>
      <p:sp>
        <p:nvSpPr>
          <p:cNvPr id="436" name="PlaceHolder 2"/>
          <p:cNvSpPr>
            <a:spLocks noGrp="1"/>
          </p:cNvSpPr>
          <p:nvPr>
            <p:ph/>
          </p:nvPr>
        </p:nvSpPr>
        <p:spPr>
          <a:xfrm>
            <a:off x="4771800" y="453960"/>
            <a:ext cx="2647800" cy="958320"/>
          </a:xfrm>
          <a:prstGeom prst="rect">
            <a:avLst/>
          </a:prstGeom>
          <a:blipFill rotWithShape="0">
            <a:blip r:embed="rId2"/>
            <a:stretch/>
          </a:blipFill>
          <a:ln w="0">
            <a:noFill/>
          </a:ln>
        </p:spPr>
        <p:txBody>
          <a:bodyPr lIns="90000" tIns="45000" rIns="90000" bIns="45000" anchor="t">
            <a:noAutofit/>
          </a:bodyPr>
          <a:lstStyle/>
          <a:p>
            <a:pPr indent="0" algn="ctr" defTabSz="914400">
              <a:lnSpc>
                <a:spcPct val="90000"/>
              </a:lnSpc>
              <a:spcBef>
                <a:spcPts val="1001"/>
              </a:spcBef>
              <a:buNone/>
              <a:tabLst>
                <a:tab pos="0" algn="l"/>
              </a:tabLst>
            </a:pPr>
            <a:endParaRPr lang="en-US" sz="2800" b="0" u="none" strike="noStrike" dirty="0">
              <a:solidFill>
                <a:schemeClr val="dk1">
                  <a:alpha val="0"/>
                </a:schemeClr>
              </a:solidFill>
              <a:effectLst/>
              <a:uFillTx/>
              <a:latin typeface="Calibri"/>
            </a:endParaRPr>
          </a:p>
        </p:txBody>
      </p:sp>
      <p:sp>
        <p:nvSpPr>
          <p:cNvPr id="437" name="PlaceHolder 3"/>
          <p:cNvSpPr>
            <a:spLocks noGrp="1"/>
          </p:cNvSpPr>
          <p:nvPr>
            <p:ph hasCustomPrompt="1"/>
          </p:nvPr>
        </p:nvSpPr>
        <p:spPr>
          <a:xfrm>
            <a:off x="1665360" y="7270920"/>
            <a:ext cx="1049040" cy="364680"/>
          </a:xfrm>
          <a:prstGeom prst="rect">
            <a:avLst/>
          </a:prstGeom>
          <a:noFill/>
          <a:ln w="0">
            <a:noFill/>
          </a:ln>
        </p:spPr>
        <p:txBody>
          <a:bodyPr lIns="90000" tIns="45000" rIns="90000" bIns="45000" anchor="ctr">
            <a:noAutofit/>
          </a:bodyPr>
          <a:lstStyle/>
          <a:p>
            <a:pPr indent="0" algn="ctr" defTabSz="914400">
              <a:lnSpc>
                <a:spcPct val="90000"/>
              </a:lnSpc>
              <a:spcBef>
                <a:spcPts val="1001"/>
              </a:spcBef>
              <a:buNone/>
              <a:tabLst>
                <a:tab pos="0" algn="l"/>
              </a:tabLst>
            </a:pPr>
            <a:fld id="{E4202E4B-7C64-4450-AA9D-B721F6758381}" type="datetime1">
              <a:rPr lang="tr-TR" sz="1000" b="0" u="none" strike="noStrike">
                <a:solidFill>
                  <a:srgbClr val="706F6F"/>
                </a:solidFill>
                <a:effectLst/>
                <a:uFillTx/>
                <a:latin typeface="Gotham"/>
              </a:rPr>
              <a:t>17.05.2026</a:t>
            </a:fld>
            <a:endParaRPr lang="en-US" sz="1000" b="0" u="none" strike="noStrike">
              <a:solidFill>
                <a:schemeClr val="lt1"/>
              </a:solidFill>
              <a:effectLst/>
              <a:uFillTx/>
              <a:latin typeface="Gotham"/>
            </a:endParaRPr>
          </a:p>
        </p:txBody>
      </p:sp>
      <p:sp>
        <p:nvSpPr>
          <p:cNvPr id="438" name="PlaceHolder 4"/>
          <p:cNvSpPr>
            <a:spLocks noGrp="1"/>
          </p:cNvSpPr>
          <p:nvPr>
            <p:ph hasCustomPrompt="1"/>
          </p:nvPr>
        </p:nvSpPr>
        <p:spPr>
          <a:xfrm>
            <a:off x="3883320" y="7270920"/>
            <a:ext cx="4269240" cy="364680"/>
          </a:xfrm>
          <a:prstGeom prst="rect">
            <a:avLst/>
          </a:prstGeom>
          <a:noFill/>
          <a:ln w="0">
            <a:noFill/>
          </a:ln>
        </p:spPr>
        <p:txBody>
          <a:bodyPr lIns="90000" tIns="45000" rIns="90000" bIns="45000" anchor="ctr">
            <a:noAutofit/>
          </a:bodyPr>
          <a:lstStyle/>
          <a:p>
            <a:pPr indent="0" algn="ctr" defTabSz="914400">
              <a:lnSpc>
                <a:spcPct val="90000"/>
              </a:lnSpc>
              <a:spcBef>
                <a:spcPts val="1001"/>
              </a:spcBef>
              <a:buNone/>
              <a:tabLst>
                <a:tab pos="0" algn="l"/>
              </a:tabLst>
            </a:pPr>
            <a:r>
              <a:rPr lang="tr-TR" sz="1000" b="0" u="none" strike="noStrike">
                <a:solidFill>
                  <a:srgbClr val="706F6F"/>
                </a:solidFill>
                <a:effectLst/>
                <a:uFillTx/>
                <a:latin typeface="Gotham"/>
              </a:rPr>
              <a:t>Öğr. Gör. Mustafa Sami CÜCEN</a:t>
            </a:r>
            <a:endParaRPr lang="en-US" sz="1000" b="0" u="none" strike="noStrike">
              <a:solidFill>
                <a:schemeClr val="lt1"/>
              </a:solidFill>
              <a:effectLst/>
              <a:uFillTx/>
              <a:latin typeface="Gotham"/>
            </a:endParaRPr>
          </a:p>
        </p:txBody>
      </p:sp>
      <p:sp>
        <p:nvSpPr>
          <p:cNvPr id="439" name="PlaceHolder 5"/>
          <p:cNvSpPr>
            <a:spLocks noGrp="1"/>
          </p:cNvSpPr>
          <p:nvPr>
            <p:ph hasCustomPrompt="1"/>
          </p:nvPr>
        </p:nvSpPr>
        <p:spPr>
          <a:xfrm>
            <a:off x="8610480" y="7270920"/>
            <a:ext cx="2742840" cy="364680"/>
          </a:xfrm>
          <a:prstGeom prst="rect">
            <a:avLst/>
          </a:prstGeom>
          <a:noFill/>
          <a:ln w="0">
            <a:noFill/>
          </a:ln>
        </p:spPr>
        <p:txBody>
          <a:bodyPr lIns="90000" tIns="45000" rIns="90000" bIns="45000" anchor="ctr">
            <a:noAutofit/>
          </a:bodyPr>
          <a:lstStyle/>
          <a:p>
            <a:pPr indent="0" algn="ctr" defTabSz="914400">
              <a:lnSpc>
                <a:spcPct val="90000"/>
              </a:lnSpc>
              <a:spcBef>
                <a:spcPts val="1001"/>
              </a:spcBef>
              <a:buNone/>
              <a:tabLst>
                <a:tab pos="0" algn="l"/>
              </a:tabLst>
            </a:pPr>
            <a:endParaRPr lang="en-US" sz="1000" b="0" u="none" strike="noStrike">
              <a:solidFill>
                <a:srgbClr val="706F6F"/>
              </a:solidFill>
              <a:effectLst/>
              <a:uFillTx/>
              <a:latin typeface="Gotham"/>
            </a:endParaRPr>
          </a:p>
        </p:txBody>
      </p:sp>
      <p:sp>
        <p:nvSpPr>
          <p:cNvPr id="440" name="PlaceHolder 6"/>
          <p:cNvSpPr>
            <a:spLocks noGrp="1"/>
          </p:cNvSpPr>
          <p:nvPr>
            <p:ph hasCustomPrompt="1"/>
          </p:nvPr>
        </p:nvSpPr>
        <p:spPr>
          <a:xfrm>
            <a:off x="838080" y="2194200"/>
            <a:ext cx="10515240" cy="775800"/>
          </a:xfrm>
          <a:prstGeom prst="rect">
            <a:avLst/>
          </a:prstGeom>
          <a:noFill/>
          <a:ln w="0">
            <a:noFill/>
          </a:ln>
        </p:spPr>
        <p:txBody>
          <a:bodyPr lIns="90000" tIns="45000" rIns="90000" bIns="45000" anchor="t">
            <a:noAutofit/>
          </a:bodyPr>
          <a:lstStyle/>
          <a:p>
            <a:pPr indent="0" algn="ctr" defTabSz="914400">
              <a:lnSpc>
                <a:spcPct val="90000"/>
              </a:lnSpc>
              <a:spcBef>
                <a:spcPts val="1001"/>
              </a:spcBef>
              <a:buNone/>
              <a:tabLst>
                <a:tab pos="0" algn="l"/>
              </a:tabLst>
            </a:pPr>
            <a:r>
              <a:rPr lang="en-QA" sz="2000" b="0" u="none" strike="noStrike">
                <a:solidFill>
                  <a:schemeClr val="lt1"/>
                </a:solidFill>
                <a:effectLst/>
                <a:uFillTx/>
                <a:latin typeface="Gotham"/>
              </a:rPr>
              <a:t>Academic Productivity &amp; Student Wellbeing Management System</a:t>
            </a:r>
            <a:endParaRPr lang="en-US" sz="2000" b="0" u="none" strike="noStrike">
              <a:solidFill>
                <a:schemeClr val="lt1"/>
              </a:solidFill>
              <a:effectLst/>
              <a:uFillTx/>
              <a:latin typeface="Gotha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TextBox 8"/>
          <p:cNvSpPr/>
          <p:nvPr/>
        </p:nvSpPr>
        <p:spPr>
          <a:xfrm>
            <a:off x="814680" y="352512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Team Members</a:t>
            </a:r>
            <a:endParaRPr lang="en-US" sz="1800" b="0" u="none" strike="noStrike">
              <a:solidFill>
                <a:srgbClr val="000000"/>
              </a:solidFill>
              <a:effectLst/>
              <a:uFillTx/>
              <a:latin typeface="Arial"/>
            </a:endParaRPr>
          </a:p>
        </p:txBody>
      </p:sp>
      <p:sp>
        <p:nvSpPr>
          <p:cNvPr id="442" name="TextBox 10"/>
          <p:cNvSpPr/>
          <p:nvPr/>
        </p:nvSpPr>
        <p:spPr>
          <a:xfrm>
            <a:off x="814680" y="85356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Advisor</a:t>
            </a:r>
            <a:endParaRPr lang="en-US" sz="1800" b="0" u="none" strike="noStrike">
              <a:solidFill>
                <a:srgbClr val="000000"/>
              </a:solidFill>
              <a:effectLst/>
              <a:uFillTx/>
              <a:latin typeface="Arial"/>
            </a:endParaRPr>
          </a:p>
        </p:txBody>
      </p:sp>
      <p:pic>
        <p:nvPicPr>
          <p:cNvPr id="443" name="Picture 16"/>
          <p:cNvPicPr/>
          <p:nvPr/>
        </p:nvPicPr>
        <p:blipFill>
          <a:blip r:embed="rId3"/>
          <a:stretch/>
        </p:blipFill>
        <p:spPr>
          <a:xfrm>
            <a:off x="1929960" y="997200"/>
            <a:ext cx="8628480" cy="2527560"/>
          </a:xfrm>
          <a:prstGeom prst="rect">
            <a:avLst/>
          </a:prstGeom>
          <a:noFill/>
          <a:ln w="0">
            <a:noFill/>
          </a:ln>
        </p:spPr>
      </p:pic>
      <p:pic>
        <p:nvPicPr>
          <p:cNvPr id="444" name="Picture 18"/>
          <p:cNvPicPr/>
          <p:nvPr/>
        </p:nvPicPr>
        <p:blipFill>
          <a:blip r:embed="rId4"/>
          <a:stretch/>
        </p:blipFill>
        <p:spPr>
          <a:xfrm>
            <a:off x="1229040" y="3800520"/>
            <a:ext cx="10030320" cy="2938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46" name="TextBox 2"/>
          <p:cNvSpPr/>
          <p:nvPr/>
        </p:nvSpPr>
        <p:spPr>
          <a:xfrm>
            <a:off x="459000" y="1204560"/>
            <a:ext cx="19652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Why Acadia?</a:t>
            </a:r>
            <a:endParaRPr lang="en-US" sz="1800" b="0" u="none" strike="noStrike">
              <a:solidFill>
                <a:srgbClr val="000000"/>
              </a:solidFill>
              <a:effectLst/>
              <a:uFillTx/>
              <a:latin typeface="Arial"/>
            </a:endParaRPr>
          </a:p>
        </p:txBody>
      </p:sp>
      <p:sp>
        <p:nvSpPr>
          <p:cNvPr id="447" name="TextBox 5"/>
          <p:cNvSpPr/>
          <p:nvPr/>
        </p:nvSpPr>
        <p:spPr>
          <a:xfrm>
            <a:off x="459000" y="1573920"/>
            <a:ext cx="8895600" cy="440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400" b="0" u="none" strike="noStrike">
                <a:solidFill>
                  <a:schemeClr val="dk1"/>
                </a:solidFill>
                <a:effectLst/>
                <a:uFillTx/>
                <a:latin typeface="Calibri"/>
              </a:rPr>
              <a:t>University students face increasing academic pressure every semester.</a:t>
            </a:r>
            <a:endParaRPr lang="en-US" sz="1400" b="0" u="none" strike="noStrike">
              <a:solidFill>
                <a:srgbClr val="000000"/>
              </a:solidFill>
              <a:effectLst/>
              <a:uFillTx/>
              <a:latin typeface="Arial"/>
            </a:endParaRPr>
          </a:p>
          <a:p>
            <a:pPr defTabSz="914400">
              <a:lnSpc>
                <a:spcPct val="100000"/>
              </a:lnSpc>
            </a:pPr>
            <a:r>
              <a:rPr lang="en-QA" sz="1400" b="0" u="none" strike="noStrike">
                <a:solidFill>
                  <a:schemeClr val="dk1"/>
                </a:solidFill>
                <a:effectLst/>
                <a:uFillTx/>
                <a:latin typeface="Calibri"/>
              </a:rPr>
              <a:t>Students struggle with:</a:t>
            </a: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Missed deadlines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Poor study organization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Inconsistent study habits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Burnout and stress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Difficulty prioritizing academic work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Most productivity applications only manage tasks.</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They do not understand academic behavior.</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Acadia was designed to solve this problem.</a:t>
            </a: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a:p>
            <a:pPr defTabSz="914400">
              <a:lnSpc>
                <a:spcPct val="100000"/>
              </a:lnSpc>
            </a:pPr>
            <a:r>
              <a:rPr lang="en-QA" sz="1400" b="0" u="none" strike="noStrike">
                <a:solidFill>
                  <a:schemeClr val="dk1"/>
                </a:solidFill>
                <a:effectLst/>
                <a:uFillTx/>
                <a:latin typeface="Calibri"/>
              </a:rPr>
              <a:t>Acadia combines:</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Academic management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Analytics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Realtime monitoring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Intelligent recommendations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AI assistance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Wellbeing tracking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Inside one unified system.</a:t>
            </a:r>
            <a:endParaRPr lang="en-US" sz="1400" b="0" u="none" strike="noStrike">
              <a:solidFill>
                <a:srgbClr val="000000"/>
              </a:solidFill>
              <a:effectLst/>
              <a:uFillTx/>
              <a:latin typeface="Arial"/>
            </a:endParaRPr>
          </a:p>
        </p:txBody>
      </p:sp>
      <p:pic>
        <p:nvPicPr>
          <p:cNvPr id="448" name="Picture 9"/>
          <p:cNvPicPr/>
          <p:nvPr/>
        </p:nvPicPr>
        <p:blipFill>
          <a:blip r:embed="rId3"/>
          <a:stretch/>
        </p:blipFill>
        <p:spPr>
          <a:xfrm>
            <a:off x="5768280" y="190080"/>
            <a:ext cx="1965240" cy="4256280"/>
          </a:xfrm>
          <a:prstGeom prst="rect">
            <a:avLst/>
          </a:prstGeom>
          <a:noFill/>
          <a:ln w="0">
            <a:noFill/>
          </a:ln>
        </p:spPr>
      </p:pic>
      <p:pic>
        <p:nvPicPr>
          <p:cNvPr id="449" name="Picture 13"/>
          <p:cNvPicPr/>
          <p:nvPr/>
        </p:nvPicPr>
        <p:blipFill>
          <a:blip r:embed="rId4"/>
          <a:stretch/>
        </p:blipFill>
        <p:spPr>
          <a:xfrm>
            <a:off x="7733880" y="762120"/>
            <a:ext cx="2218680" cy="4804920"/>
          </a:xfrm>
          <a:prstGeom prst="rect">
            <a:avLst/>
          </a:prstGeom>
          <a:noFill/>
          <a:ln w="0">
            <a:noFill/>
          </a:ln>
        </p:spPr>
      </p:pic>
      <p:pic>
        <p:nvPicPr>
          <p:cNvPr id="450" name="Picture 15"/>
          <p:cNvPicPr/>
          <p:nvPr/>
        </p:nvPicPr>
        <p:blipFill>
          <a:blip r:embed="rId5"/>
          <a:stretch/>
        </p:blipFill>
        <p:spPr>
          <a:xfrm>
            <a:off x="9874800" y="1926360"/>
            <a:ext cx="2218680" cy="48049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52" name="TextBox 2"/>
          <p:cNvSpPr/>
          <p:nvPr/>
        </p:nvSpPr>
        <p:spPr>
          <a:xfrm>
            <a:off x="571680" y="99360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Problem Statement</a:t>
            </a:r>
            <a:endParaRPr lang="en-US" sz="1800" b="0" u="none" strike="noStrike">
              <a:solidFill>
                <a:srgbClr val="000000"/>
              </a:solidFill>
              <a:effectLst/>
              <a:uFillTx/>
              <a:latin typeface="Arial"/>
            </a:endParaRPr>
          </a:p>
        </p:txBody>
      </p:sp>
      <p:sp>
        <p:nvSpPr>
          <p:cNvPr id="453" name="TextBox 4"/>
          <p:cNvSpPr/>
          <p:nvPr/>
        </p:nvSpPr>
        <p:spPr>
          <a:xfrm>
            <a:off x="571680" y="1362960"/>
            <a:ext cx="6869880" cy="479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400" b="0" u="none" strike="noStrike">
                <a:solidFill>
                  <a:schemeClr val="dk1"/>
                </a:solidFill>
                <a:effectLst/>
                <a:uFillTx/>
                <a:latin typeface="Calibri"/>
              </a:rPr>
              <a:t>Students often use multiple disconnected applications for:</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Tasks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Calendars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Reminders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Notes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Timers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Analytics </a:t>
            </a: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a:p>
            <a:pPr defTabSz="914400">
              <a:lnSpc>
                <a:spcPct val="100000"/>
              </a:lnSpc>
            </a:pPr>
            <a:r>
              <a:rPr lang="en-QA" sz="1400" b="0" u="none" strike="noStrike">
                <a:solidFill>
                  <a:schemeClr val="dk1"/>
                </a:solidFill>
                <a:effectLst/>
                <a:uFillTx/>
                <a:latin typeface="Calibri"/>
              </a:rPr>
              <a:t>This creates:</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Fragmented workflows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Poor academic visibility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Weak deadline management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Inconsistent study tracking </a:t>
            </a: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a:p>
            <a:pPr defTabSz="914400">
              <a:lnSpc>
                <a:spcPct val="100000"/>
              </a:lnSpc>
            </a:pPr>
            <a:r>
              <a:rPr lang="en-QA" sz="1400" b="0" u="none" strike="noStrike">
                <a:solidFill>
                  <a:schemeClr val="dk1"/>
                </a:solidFill>
                <a:effectLst/>
                <a:uFillTx/>
                <a:latin typeface="Calibri"/>
              </a:rPr>
              <a:t>Current systems fail to:</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Evaluate academic risk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Monitor burnout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Generate intelligent recommendations </a:t>
            </a:r>
            <a:endParaRPr lang="en-US" sz="14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400" b="0" u="none" strike="noStrike">
                <a:solidFill>
                  <a:schemeClr val="dk1"/>
                </a:solidFill>
                <a:effectLst/>
                <a:uFillTx/>
                <a:latin typeface="Calibri"/>
              </a:rPr>
              <a:t>Provide realtime analytics </a:t>
            </a:r>
            <a:endParaRPr lang="en-US" sz="1400" b="0" u="none" strike="noStrike">
              <a:solidFill>
                <a:srgbClr val="000000"/>
              </a:solidFill>
              <a:effectLst/>
              <a:uFillTx/>
              <a:latin typeface="Arial"/>
            </a:endParaRPr>
          </a:p>
          <a:p>
            <a:pPr marL="457200" defTabSz="914400">
              <a:lnSpc>
                <a:spcPct val="100000"/>
              </a:lnSpc>
            </a:pPr>
            <a:endParaRPr lang="en-US" sz="1400" b="0" u="none" strike="noStrike">
              <a:solidFill>
                <a:srgbClr val="000000"/>
              </a:solidFill>
              <a:effectLst/>
              <a:uFillTx/>
              <a:latin typeface="Arial"/>
            </a:endParaRPr>
          </a:p>
          <a:p>
            <a:pPr defTabSz="914400">
              <a:lnSpc>
                <a:spcPct val="100000"/>
              </a:lnSpc>
            </a:pPr>
            <a:r>
              <a:rPr lang="en-QA" sz="1400" b="0" u="none" strike="noStrike">
                <a:solidFill>
                  <a:schemeClr val="dk1"/>
                </a:solidFill>
                <a:effectLst/>
                <a:uFillTx/>
                <a:latin typeface="Calibri"/>
              </a:rPr>
              <a:t>Acadia addresses these limitations through an integrated academic productivity ecosystem.</a:t>
            </a:r>
            <a:endParaRPr lang="en-US"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55" name="TextBox 2"/>
          <p:cNvSpPr/>
          <p:nvPr/>
        </p:nvSpPr>
        <p:spPr>
          <a:xfrm>
            <a:off x="684000" y="107928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Project Objectives</a:t>
            </a:r>
            <a:endParaRPr lang="en-US" sz="1800" b="0" u="none" strike="noStrike">
              <a:solidFill>
                <a:srgbClr val="000000"/>
              </a:solidFill>
              <a:effectLst/>
              <a:uFillTx/>
              <a:latin typeface="Arial"/>
            </a:endParaRPr>
          </a:p>
        </p:txBody>
      </p:sp>
      <p:sp>
        <p:nvSpPr>
          <p:cNvPr id="456" name="TextBox 4"/>
          <p:cNvSpPr/>
          <p:nvPr/>
        </p:nvSpPr>
        <p:spPr>
          <a:xfrm>
            <a:off x="684000" y="1448640"/>
            <a:ext cx="7264080" cy="341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The main objectives of Acadia are:</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Improve academic organization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Monitor productivity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Reduce academic stress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Improve workload management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Provide intelligent recommendations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Support academic decision making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Deliver realtime insights </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Acadia also provides a scalable architecture for future AI-driven academic systems.</a:t>
            </a:r>
            <a:endParaRPr lang="en-US" sz="16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58" name="TextBox 2"/>
          <p:cNvSpPr/>
          <p:nvPr/>
        </p:nvSpPr>
        <p:spPr>
          <a:xfrm>
            <a:off x="721080" y="107928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Proposed Solution</a:t>
            </a:r>
            <a:endParaRPr lang="en-US" sz="1800" b="0" u="none" strike="noStrike">
              <a:solidFill>
                <a:srgbClr val="000000"/>
              </a:solidFill>
              <a:effectLst/>
              <a:uFillTx/>
              <a:latin typeface="Arial"/>
            </a:endParaRPr>
          </a:p>
        </p:txBody>
      </p:sp>
      <p:sp>
        <p:nvSpPr>
          <p:cNvPr id="459" name="TextBox 4"/>
          <p:cNvSpPr/>
          <p:nvPr/>
        </p:nvSpPr>
        <p:spPr>
          <a:xfrm>
            <a:off x="721080" y="1448640"/>
            <a:ext cx="7463520" cy="4582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400" b="0" u="none" strike="noStrike">
                <a:solidFill>
                  <a:schemeClr val="dk1"/>
                </a:solidFill>
                <a:effectLst/>
                <a:uFillTx/>
                <a:latin typeface="Calibri"/>
              </a:rPr>
              <a:t>Acadia is a cross-platform academic productivity system developed using Flutter and Supabase.</a:t>
            </a: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a:p>
            <a:pPr defTabSz="914400">
              <a:lnSpc>
                <a:spcPct val="100000"/>
              </a:lnSpc>
            </a:pPr>
            <a:r>
              <a:rPr lang="en-QA" sz="1400" b="0" u="none" strike="noStrike">
                <a:solidFill>
                  <a:schemeClr val="dk1"/>
                </a:solidFill>
                <a:effectLst/>
                <a:uFillTx/>
                <a:latin typeface="Calibri"/>
              </a:rPr>
              <a:t>Acadia provides:</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Semester management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Course management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Task tracking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Deadline management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Study sessions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Pomodoro system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Mood tracking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Analytics dashboards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Academic risk monitoring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AI recommendations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Intelligent notifications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Realtime synchronization</a:t>
            </a:r>
            <a:endParaRPr lang="en-US" sz="14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61" name="TextBox 2"/>
          <p:cNvSpPr/>
          <p:nvPr/>
        </p:nvSpPr>
        <p:spPr>
          <a:xfrm>
            <a:off x="721080" y="107928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Proposed Solution</a:t>
            </a:r>
            <a:endParaRPr lang="en-US" sz="1800" b="0" u="none" strike="noStrike">
              <a:solidFill>
                <a:srgbClr val="000000"/>
              </a:solidFill>
              <a:effectLst/>
              <a:uFillTx/>
              <a:latin typeface="Arial"/>
            </a:endParaRPr>
          </a:p>
        </p:txBody>
      </p:sp>
      <p:pic>
        <p:nvPicPr>
          <p:cNvPr id="462" name="Picture 3"/>
          <p:cNvPicPr/>
          <p:nvPr/>
        </p:nvPicPr>
        <p:blipFill>
          <a:blip r:embed="rId3"/>
          <a:stretch/>
        </p:blipFill>
        <p:spPr>
          <a:xfrm>
            <a:off x="0" y="1448640"/>
            <a:ext cx="9891000" cy="4829400"/>
          </a:xfrm>
          <a:prstGeom prst="rect">
            <a:avLst/>
          </a:prstGeom>
          <a:noFill/>
          <a:ln w="0">
            <a:noFill/>
          </a:ln>
        </p:spPr>
      </p:pic>
      <p:pic>
        <p:nvPicPr>
          <p:cNvPr id="463" name="Picture 6"/>
          <p:cNvPicPr/>
          <p:nvPr/>
        </p:nvPicPr>
        <p:blipFill>
          <a:blip r:embed="rId4"/>
          <a:stretch/>
        </p:blipFill>
        <p:spPr>
          <a:xfrm>
            <a:off x="9056880" y="1568520"/>
            <a:ext cx="2598120" cy="2516040"/>
          </a:xfrm>
          <a:prstGeom prst="rect">
            <a:avLst/>
          </a:prstGeom>
          <a:noFill/>
          <a:ln w="0">
            <a:noFill/>
          </a:ln>
        </p:spPr>
      </p:pic>
      <p:pic>
        <p:nvPicPr>
          <p:cNvPr id="464" name="Picture 10"/>
          <p:cNvPicPr/>
          <p:nvPr/>
        </p:nvPicPr>
        <p:blipFill>
          <a:blip r:embed="rId5"/>
          <a:stretch/>
        </p:blipFill>
        <p:spPr>
          <a:xfrm>
            <a:off x="7862760" y="4036320"/>
            <a:ext cx="3715200" cy="2290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66" name="TextBox 2"/>
          <p:cNvSpPr/>
          <p:nvPr/>
        </p:nvSpPr>
        <p:spPr>
          <a:xfrm>
            <a:off x="694440" y="87552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dirty="0">
                <a:solidFill>
                  <a:schemeClr val="accent1"/>
                </a:solidFill>
                <a:effectLst/>
                <a:uFillTx/>
                <a:latin typeface="Calibri"/>
              </a:rPr>
              <a:t>Technology Stack</a:t>
            </a:r>
            <a:endParaRPr lang="en-US" sz="1800" b="0" u="none" strike="noStrike" dirty="0">
              <a:solidFill>
                <a:srgbClr val="000000"/>
              </a:solidFill>
              <a:effectLst/>
              <a:uFillTx/>
              <a:latin typeface="Arial"/>
            </a:endParaRPr>
          </a:p>
        </p:txBody>
      </p:sp>
      <p:graphicFrame>
        <p:nvGraphicFramePr>
          <p:cNvPr id="467" name="Table 4"/>
          <p:cNvGraphicFramePr/>
          <p:nvPr/>
        </p:nvGraphicFramePr>
        <p:xfrm>
          <a:off x="694440" y="1442160"/>
          <a:ext cx="10802880" cy="4838400"/>
        </p:xfrm>
        <a:graphic>
          <a:graphicData uri="http://schemas.openxmlformats.org/drawingml/2006/table">
            <a:tbl>
              <a:tblPr/>
              <a:tblGrid>
                <a:gridCol w="5401440">
                  <a:extLst>
                    <a:ext uri="{9D8B030D-6E8A-4147-A177-3AD203B41FA5}">
                      <a16:colId xmlns:a16="http://schemas.microsoft.com/office/drawing/2014/main" val="20000"/>
                    </a:ext>
                  </a:extLst>
                </a:gridCol>
                <a:gridCol w="5401440">
                  <a:extLst>
                    <a:ext uri="{9D8B030D-6E8A-4147-A177-3AD203B41FA5}">
                      <a16:colId xmlns:a16="http://schemas.microsoft.com/office/drawing/2014/main" val="20001"/>
                    </a:ext>
                  </a:extLst>
                </a:gridCol>
              </a:tblGrid>
              <a:tr h="403200">
                <a:tc>
                  <a:txBody>
                    <a:bodyPr/>
                    <a:lstStyle/>
                    <a:p>
                      <a:pPr defTabSz="914400">
                        <a:lnSpc>
                          <a:spcPct val="100000"/>
                        </a:lnSpc>
                      </a:pPr>
                      <a:r>
                        <a:rPr lang="en-QA" sz="1800" b="1" u="none" strike="noStrike">
                          <a:solidFill>
                            <a:schemeClr val="lt1"/>
                          </a:solidFill>
                          <a:effectLst/>
                          <a:uFillTx/>
                          <a:latin typeface="Calibri"/>
                        </a:rPr>
                        <a:t>Layer</a:t>
                      </a:r>
                      <a:endParaRPr lang="en-US" sz="1800" b="0" u="none" strike="noStrike">
                        <a:solidFill>
                          <a:srgbClr val="FFFFFF"/>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solidFill>
                      <a:schemeClr val="accent1"/>
                    </a:solidFill>
                  </a:tcPr>
                </a:tc>
                <a:tc>
                  <a:txBody>
                    <a:bodyPr/>
                    <a:lstStyle/>
                    <a:p>
                      <a:pPr defTabSz="914400">
                        <a:lnSpc>
                          <a:spcPct val="100000"/>
                        </a:lnSpc>
                      </a:pPr>
                      <a:r>
                        <a:rPr lang="en-QA" sz="1800" b="1" u="none" strike="noStrike">
                          <a:solidFill>
                            <a:schemeClr val="lt1"/>
                          </a:solidFill>
                          <a:effectLst/>
                          <a:uFillTx/>
                          <a:latin typeface="Calibri"/>
                        </a:rPr>
                        <a:t>Technologies</a:t>
                      </a:r>
                      <a:endParaRPr lang="en-US" sz="1800" b="0" u="none" strike="noStrike">
                        <a:solidFill>
                          <a:srgbClr val="FFFFFF"/>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solidFill>
                      <a:schemeClr val="accent1"/>
                    </a:solidFill>
                  </a:tcPr>
                </a:tc>
                <a:extLst>
                  <a:ext uri="{0D108BD9-81ED-4DB2-BD59-A6C34878D82A}">
                    <a16:rowId xmlns:a16="http://schemas.microsoft.com/office/drawing/2014/main" val="10000"/>
                  </a:ext>
                </a:extLst>
              </a:tr>
              <a:tr h="403200">
                <a:tc>
                  <a:txBody>
                    <a:bodyPr/>
                    <a:lstStyle/>
                    <a:p>
                      <a:pPr defTabSz="914400">
                        <a:lnSpc>
                          <a:spcPct val="100000"/>
                        </a:lnSpc>
                      </a:pPr>
                      <a:r>
                        <a:rPr lang="en-QA" sz="1800" b="0" u="none" strike="noStrike">
                          <a:solidFill>
                            <a:schemeClr val="dk1"/>
                          </a:solidFill>
                          <a:effectLst/>
                          <a:uFillTx/>
                          <a:latin typeface="Calibri"/>
                        </a:rPr>
                        <a:t>Frontend</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Flutter, Dart</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1"/>
                  </a:ext>
                </a:extLst>
              </a:tr>
              <a:tr h="403200">
                <a:tc>
                  <a:txBody>
                    <a:bodyPr/>
                    <a:lstStyle/>
                    <a:p>
                      <a:pPr defTabSz="914400">
                        <a:lnSpc>
                          <a:spcPct val="100000"/>
                        </a:lnSpc>
                      </a:pPr>
                      <a:r>
                        <a:rPr lang="en-QA" sz="1800" b="0" u="none" strike="noStrike">
                          <a:solidFill>
                            <a:schemeClr val="dk1"/>
                          </a:solidFill>
                          <a:effectLst/>
                          <a:uFillTx/>
                          <a:latin typeface="Calibri"/>
                        </a:rPr>
                        <a:t>State Management</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Riverpod</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2"/>
                  </a:ext>
                </a:extLst>
              </a:tr>
              <a:tr h="403200">
                <a:tc>
                  <a:txBody>
                    <a:bodyPr/>
                    <a:lstStyle/>
                    <a:p>
                      <a:pPr defTabSz="914400">
                        <a:lnSpc>
                          <a:spcPct val="100000"/>
                        </a:lnSpc>
                      </a:pPr>
                      <a:r>
                        <a:rPr lang="en-QA" sz="1800" b="0" u="none" strike="noStrike">
                          <a:solidFill>
                            <a:schemeClr val="dk1"/>
                          </a:solidFill>
                          <a:effectLst/>
                          <a:uFillTx/>
                          <a:latin typeface="Calibri"/>
                        </a:rPr>
                        <a:t>Backend</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Supabase</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3"/>
                  </a:ext>
                </a:extLst>
              </a:tr>
              <a:tr h="403200">
                <a:tc>
                  <a:txBody>
                    <a:bodyPr/>
                    <a:lstStyle/>
                    <a:p>
                      <a:pPr defTabSz="914400">
                        <a:lnSpc>
                          <a:spcPct val="100000"/>
                        </a:lnSpc>
                      </a:pPr>
                      <a:r>
                        <a:rPr lang="en-QA" sz="1800" b="0" u="none" strike="noStrike">
                          <a:solidFill>
                            <a:schemeClr val="dk1"/>
                          </a:solidFill>
                          <a:effectLst/>
                          <a:uFillTx/>
                          <a:latin typeface="Calibri"/>
                        </a:rPr>
                        <a:t>Database</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PostgreSQL</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4"/>
                  </a:ext>
                </a:extLst>
              </a:tr>
              <a:tr h="403200">
                <a:tc>
                  <a:txBody>
                    <a:bodyPr/>
                    <a:lstStyle/>
                    <a:p>
                      <a:pPr defTabSz="914400">
                        <a:lnSpc>
                          <a:spcPct val="100000"/>
                        </a:lnSpc>
                      </a:pPr>
                      <a:r>
                        <a:rPr lang="en-QA" sz="1800" b="0" u="none" strike="noStrike">
                          <a:solidFill>
                            <a:schemeClr val="dk1"/>
                          </a:solidFill>
                          <a:effectLst/>
                          <a:uFillTx/>
                          <a:latin typeface="Calibri"/>
                        </a:rPr>
                        <a:t>Notifications</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Firebase Cloud Messaging</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5"/>
                  </a:ext>
                </a:extLst>
              </a:tr>
              <a:tr h="403200">
                <a:tc>
                  <a:txBody>
                    <a:bodyPr/>
                    <a:lstStyle/>
                    <a:p>
                      <a:pPr defTabSz="914400">
                        <a:lnSpc>
                          <a:spcPct val="100000"/>
                        </a:lnSpc>
                      </a:pPr>
                      <a:r>
                        <a:rPr lang="en-QA" sz="1800" b="0" u="none" strike="noStrike">
                          <a:solidFill>
                            <a:schemeClr val="dk1"/>
                          </a:solidFill>
                          <a:effectLst/>
                          <a:uFillTx/>
                          <a:latin typeface="Calibri"/>
                        </a:rPr>
                        <a:t>AI Integration</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NVIDIA NIM, Llama 3.1</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6"/>
                  </a:ext>
                </a:extLst>
              </a:tr>
              <a:tr h="403200">
                <a:tc>
                  <a:txBody>
                    <a:bodyPr/>
                    <a:lstStyle/>
                    <a:p>
                      <a:pPr defTabSz="914400">
                        <a:lnSpc>
                          <a:spcPct val="100000"/>
                        </a:lnSpc>
                      </a:pPr>
                      <a:r>
                        <a:rPr lang="en-QA" sz="1800" b="0" u="none" strike="noStrike">
                          <a:solidFill>
                            <a:schemeClr val="dk1"/>
                          </a:solidFill>
                          <a:effectLst/>
                          <a:uFillTx/>
                          <a:latin typeface="Calibri"/>
                        </a:rPr>
                        <a:t>Local Storage</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Hive</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7"/>
                  </a:ext>
                </a:extLst>
              </a:tr>
              <a:tr h="403200">
                <a:tc>
                  <a:txBody>
                    <a:bodyPr/>
                    <a:lstStyle/>
                    <a:p>
                      <a:pPr defTabSz="914400">
                        <a:lnSpc>
                          <a:spcPct val="100000"/>
                        </a:lnSpc>
                      </a:pPr>
                      <a:r>
                        <a:rPr lang="en-QA" sz="1800" b="0" u="none" strike="noStrike">
                          <a:solidFill>
                            <a:schemeClr val="dk1"/>
                          </a:solidFill>
                          <a:effectLst/>
                          <a:uFillTx/>
                          <a:latin typeface="Calibri"/>
                        </a:rPr>
                        <a:t>Navigation</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GoRouter</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8"/>
                  </a:ext>
                </a:extLst>
              </a:tr>
              <a:tr h="403200">
                <a:tc>
                  <a:txBody>
                    <a:bodyPr/>
                    <a:lstStyle/>
                    <a:p>
                      <a:pPr defTabSz="914400">
                        <a:lnSpc>
                          <a:spcPct val="100000"/>
                        </a:lnSpc>
                      </a:pPr>
                      <a:r>
                        <a:rPr lang="en-QA" sz="1800" b="0" u="none" strike="noStrike">
                          <a:solidFill>
                            <a:schemeClr val="dk1"/>
                          </a:solidFill>
                          <a:effectLst/>
                          <a:uFillTx/>
                          <a:latin typeface="Calibri"/>
                        </a:rPr>
                        <a:t>Charts</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fl_chart</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9"/>
                  </a:ext>
                </a:extLst>
              </a:tr>
              <a:tr h="403200">
                <a:tc>
                  <a:txBody>
                    <a:bodyPr/>
                    <a:lstStyle/>
                    <a:p>
                      <a:pPr defTabSz="914400">
                        <a:lnSpc>
                          <a:spcPct val="100000"/>
                        </a:lnSpc>
                      </a:pPr>
                      <a:r>
                        <a:rPr lang="en-QA" sz="1800" b="0" u="none" strike="noStrike">
                          <a:solidFill>
                            <a:schemeClr val="dk1"/>
                          </a:solidFill>
                          <a:effectLst/>
                          <a:uFillTx/>
                          <a:latin typeface="Calibri"/>
                        </a:rPr>
                        <a:t>Version Control</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GitHub</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10"/>
                  </a:ext>
                </a:extLst>
              </a:tr>
              <a:tr h="403200">
                <a:tc>
                  <a:txBody>
                    <a:bodyPr/>
                    <a:lstStyle/>
                    <a:p>
                      <a:pPr defTabSz="914400">
                        <a:lnSpc>
                          <a:spcPct val="100000"/>
                        </a:lnSpc>
                      </a:pPr>
                      <a:r>
                        <a:rPr lang="en-QA" sz="1800" b="0" u="none" strike="noStrike">
                          <a:solidFill>
                            <a:schemeClr val="dk1"/>
                          </a:solidFill>
                          <a:effectLst/>
                          <a:uFillTx/>
                          <a:latin typeface="Calibri"/>
                        </a:rPr>
                        <a:t>Project Management</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QA" sz="1800" b="0" u="none" strike="noStrike">
                          <a:solidFill>
                            <a:schemeClr val="dk1"/>
                          </a:solidFill>
                          <a:effectLst/>
                          <a:uFillTx/>
                          <a:latin typeface="Calibri"/>
                        </a:rPr>
                        <a:t>Notion Scrum Workspace</a:t>
                      </a:r>
                      <a:endParaRPr lang="en-US" sz="1800" b="0" u="none" strike="noStrike">
                        <a:solidFill>
                          <a:srgbClr val="000000"/>
                        </a:solidFill>
                        <a:effectLst/>
                        <a:uFillTx/>
                        <a:latin typeface="Arial"/>
                      </a:endParaRPr>
                    </a:p>
                  </a:txBody>
                  <a:tcPr marL="90360" marR="90360" marT="45000" marB="45000"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892BC-D2D7-60B6-80C9-43504B6140BE}"/>
            </a:ext>
          </a:extLst>
        </p:cNvPr>
        <p:cNvGrpSpPr/>
        <p:nvPr/>
      </p:nvGrpSpPr>
      <p:grpSpPr>
        <a:xfrm>
          <a:off x="0" y="0"/>
          <a:ext cx="0" cy="0"/>
          <a:chOff x="0" y="0"/>
          <a:chExt cx="0" cy="0"/>
        </a:xfrm>
      </p:grpSpPr>
      <p:sp>
        <p:nvSpPr>
          <p:cNvPr id="465" name="TextBox 11">
            <a:extLst>
              <a:ext uri="{FF2B5EF4-FFF2-40B4-BE49-F238E27FC236}">
                <a16:creationId xmlns:a16="http://schemas.microsoft.com/office/drawing/2014/main" id="{4CEE4015-8431-245B-F012-D31BAE86814E}"/>
              </a:ext>
            </a:extLst>
          </p:cNvPr>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3" name="TextBox 2">
            <a:extLst>
              <a:ext uri="{FF2B5EF4-FFF2-40B4-BE49-F238E27FC236}">
                <a16:creationId xmlns:a16="http://schemas.microsoft.com/office/drawing/2014/main" id="{4C38FDD7-E8ED-CF0D-AF56-413D2AED37A3}"/>
              </a:ext>
            </a:extLst>
          </p:cNvPr>
          <p:cNvSpPr txBox="1"/>
          <p:nvPr/>
        </p:nvSpPr>
        <p:spPr>
          <a:xfrm>
            <a:off x="619188" y="875520"/>
            <a:ext cx="6094990" cy="369332"/>
          </a:xfrm>
          <a:prstGeom prst="rect">
            <a:avLst/>
          </a:prstGeom>
          <a:noFill/>
        </p:spPr>
        <p:txBody>
          <a:bodyPr wrap="square">
            <a:spAutoFit/>
          </a:bodyPr>
          <a:lstStyle/>
          <a:p>
            <a:r>
              <a:rPr lang="en-QA" b="1" dirty="0">
                <a:solidFill>
                  <a:schemeClr val="accent1"/>
                </a:solidFill>
              </a:rPr>
              <a:t>Frontend Architecture</a:t>
            </a:r>
          </a:p>
        </p:txBody>
      </p:sp>
      <p:sp>
        <p:nvSpPr>
          <p:cNvPr id="5" name="TextBox 4">
            <a:extLst>
              <a:ext uri="{FF2B5EF4-FFF2-40B4-BE49-F238E27FC236}">
                <a16:creationId xmlns:a16="http://schemas.microsoft.com/office/drawing/2014/main" id="{5C3275DD-AE1E-FF34-6366-9083F544E19A}"/>
              </a:ext>
            </a:extLst>
          </p:cNvPr>
          <p:cNvSpPr txBox="1"/>
          <p:nvPr/>
        </p:nvSpPr>
        <p:spPr>
          <a:xfrm>
            <a:off x="619187" y="1244852"/>
            <a:ext cx="6677845" cy="4690964"/>
          </a:xfrm>
          <a:prstGeom prst="rect">
            <a:avLst/>
          </a:prstGeom>
          <a:noFill/>
        </p:spPr>
        <p:txBody>
          <a:bodyPr wrap="square">
            <a:spAutoFit/>
          </a:bodyPr>
          <a:lstStyle/>
          <a:p>
            <a:pPr>
              <a:buNone/>
            </a:pPr>
            <a:r>
              <a:rPr lang="en-QA" sz="1400" dirty="0"/>
              <a:t>Acadia’s frontend was developed using Flutter with a modular UI architecture and Riverpod state management.</a:t>
            </a:r>
          </a:p>
          <a:p>
            <a:pPr>
              <a:lnSpc>
                <a:spcPct val="150000"/>
              </a:lnSpc>
              <a:buNone/>
            </a:pPr>
            <a:r>
              <a:rPr lang="en-QA" sz="1400" dirty="0"/>
              <a:t>The frontend system was divided into:</a:t>
            </a:r>
          </a:p>
          <a:p>
            <a:pPr marL="742950" lvl="1" indent="-285750">
              <a:lnSpc>
                <a:spcPct val="150000"/>
              </a:lnSpc>
              <a:buFont typeface="Arial" panose="020B0604020202020204" pitchFamily="34" charset="0"/>
              <a:buChar char="•"/>
            </a:pPr>
            <a:r>
              <a:rPr lang="en-QA" sz="1400" dirty="0"/>
              <a:t>Reusable widgets </a:t>
            </a:r>
          </a:p>
          <a:p>
            <a:pPr marL="742950" lvl="1" indent="-285750">
              <a:lnSpc>
                <a:spcPct val="150000"/>
              </a:lnSpc>
              <a:buFont typeface="Arial" panose="020B0604020202020204" pitchFamily="34" charset="0"/>
              <a:buChar char="•"/>
            </a:pPr>
            <a:r>
              <a:rPr lang="en-QA" sz="1400" dirty="0"/>
              <a:t>Feature-based screens </a:t>
            </a:r>
          </a:p>
          <a:p>
            <a:pPr marL="742950" lvl="1" indent="-285750">
              <a:lnSpc>
                <a:spcPct val="150000"/>
              </a:lnSpc>
              <a:buFont typeface="Arial" panose="020B0604020202020204" pitchFamily="34" charset="0"/>
              <a:buChar char="•"/>
            </a:pPr>
            <a:r>
              <a:rPr lang="en-QA" sz="1400" dirty="0"/>
              <a:t>Providers </a:t>
            </a:r>
          </a:p>
          <a:p>
            <a:pPr marL="742950" lvl="1" indent="-285750">
              <a:lnSpc>
                <a:spcPct val="150000"/>
              </a:lnSpc>
              <a:buFont typeface="Arial" panose="020B0604020202020204" pitchFamily="34" charset="0"/>
              <a:buChar char="•"/>
            </a:pPr>
            <a:r>
              <a:rPr lang="en-QA" sz="1400" dirty="0"/>
              <a:t>Controllers </a:t>
            </a:r>
          </a:p>
          <a:p>
            <a:pPr marL="742950" lvl="1" indent="-285750">
              <a:lnSpc>
                <a:spcPct val="150000"/>
              </a:lnSpc>
              <a:buFont typeface="Arial" panose="020B0604020202020204" pitchFamily="34" charset="0"/>
              <a:buChar char="•"/>
            </a:pPr>
            <a:r>
              <a:rPr lang="en-QA" sz="1400" dirty="0"/>
              <a:t>Responsive layouts </a:t>
            </a:r>
          </a:p>
          <a:p>
            <a:pPr marL="742950" lvl="1" indent="-285750">
              <a:lnSpc>
                <a:spcPct val="150000"/>
              </a:lnSpc>
              <a:buFont typeface="Arial" panose="020B0604020202020204" pitchFamily="34" charset="0"/>
              <a:buChar char="•"/>
            </a:pPr>
            <a:r>
              <a:rPr lang="en-QA" sz="1400" dirty="0"/>
              <a:t>Shared UI components </a:t>
            </a:r>
          </a:p>
          <a:p>
            <a:pPr>
              <a:lnSpc>
                <a:spcPct val="150000"/>
              </a:lnSpc>
              <a:buNone/>
            </a:pPr>
            <a:r>
              <a:rPr lang="en-QA" sz="1400" dirty="0"/>
              <a:t>The application UI was designed to support:</a:t>
            </a:r>
          </a:p>
          <a:p>
            <a:pPr marL="285750" indent="-285750">
              <a:lnSpc>
                <a:spcPct val="150000"/>
              </a:lnSpc>
              <a:buFont typeface="Arial" panose="020B0604020202020204" pitchFamily="34" charset="0"/>
              <a:buChar char="•"/>
            </a:pPr>
            <a:r>
              <a:rPr lang="en-QA" sz="1400" dirty="0"/>
              <a:t>Android </a:t>
            </a:r>
          </a:p>
          <a:p>
            <a:pPr marL="285750" indent="-285750">
              <a:lnSpc>
                <a:spcPct val="150000"/>
              </a:lnSpc>
              <a:buFont typeface="Arial" panose="020B0604020202020204" pitchFamily="34" charset="0"/>
              <a:buChar char="•"/>
            </a:pPr>
            <a:r>
              <a:rPr lang="en-QA" sz="1400" dirty="0"/>
              <a:t>iOS </a:t>
            </a:r>
          </a:p>
          <a:p>
            <a:pPr marL="285750" indent="-285750">
              <a:lnSpc>
                <a:spcPct val="150000"/>
              </a:lnSpc>
              <a:buFont typeface="Arial" panose="020B0604020202020204" pitchFamily="34" charset="0"/>
              <a:buChar char="•"/>
            </a:pPr>
            <a:r>
              <a:rPr lang="en-QA" sz="1400" dirty="0"/>
              <a:t>Tablets </a:t>
            </a:r>
          </a:p>
          <a:p>
            <a:pPr marL="285750" indent="-285750">
              <a:lnSpc>
                <a:spcPct val="150000"/>
              </a:lnSpc>
              <a:buFont typeface="Arial" panose="020B0604020202020204" pitchFamily="34" charset="0"/>
              <a:buChar char="•"/>
            </a:pPr>
            <a:r>
              <a:rPr lang="en-QA" sz="1400" dirty="0"/>
              <a:t>Large screens </a:t>
            </a:r>
          </a:p>
          <a:p>
            <a:pPr marL="285750" indent="-285750">
              <a:lnSpc>
                <a:spcPct val="150000"/>
              </a:lnSpc>
              <a:buFont typeface="Arial" panose="020B0604020202020204" pitchFamily="34" charset="0"/>
              <a:buChar char="•"/>
            </a:pPr>
            <a:r>
              <a:rPr lang="en-QA" sz="1400" dirty="0"/>
              <a:t>Responsive resizing</a:t>
            </a:r>
          </a:p>
        </p:txBody>
      </p:sp>
      <p:pic>
        <p:nvPicPr>
          <p:cNvPr id="7" name="Picture 6">
            <a:extLst>
              <a:ext uri="{FF2B5EF4-FFF2-40B4-BE49-F238E27FC236}">
                <a16:creationId xmlns:a16="http://schemas.microsoft.com/office/drawing/2014/main" id="{582CE16F-9CE2-FE9B-D8D6-0873C389AD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2624" y="1859319"/>
            <a:ext cx="6572376" cy="4381584"/>
          </a:xfrm>
          <a:prstGeom prst="rect">
            <a:avLst/>
          </a:prstGeom>
        </p:spPr>
      </p:pic>
    </p:spTree>
    <p:extLst>
      <p:ext uri="{BB962C8B-B14F-4D97-AF65-F5344CB8AC3E}">
        <p14:creationId xmlns:p14="http://schemas.microsoft.com/office/powerpoint/2010/main" val="905074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0CF3F-EEC5-03B3-3F1E-E99384FCEF41}"/>
            </a:ext>
          </a:extLst>
        </p:cNvPr>
        <p:cNvGrpSpPr/>
        <p:nvPr/>
      </p:nvGrpSpPr>
      <p:grpSpPr>
        <a:xfrm>
          <a:off x="0" y="0"/>
          <a:ext cx="0" cy="0"/>
          <a:chOff x="0" y="0"/>
          <a:chExt cx="0" cy="0"/>
        </a:xfrm>
      </p:grpSpPr>
      <p:sp>
        <p:nvSpPr>
          <p:cNvPr id="465" name="TextBox 11">
            <a:extLst>
              <a:ext uri="{FF2B5EF4-FFF2-40B4-BE49-F238E27FC236}">
                <a16:creationId xmlns:a16="http://schemas.microsoft.com/office/drawing/2014/main" id="{78C71B27-124C-0051-960C-3D499EAF8DFB}"/>
              </a:ext>
            </a:extLst>
          </p:cNvPr>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3" name="TextBox 2">
            <a:extLst>
              <a:ext uri="{FF2B5EF4-FFF2-40B4-BE49-F238E27FC236}">
                <a16:creationId xmlns:a16="http://schemas.microsoft.com/office/drawing/2014/main" id="{42BFBFAA-9600-8733-959B-887AE74463BF}"/>
              </a:ext>
            </a:extLst>
          </p:cNvPr>
          <p:cNvSpPr txBox="1"/>
          <p:nvPr/>
        </p:nvSpPr>
        <p:spPr>
          <a:xfrm>
            <a:off x="697911" y="813454"/>
            <a:ext cx="6094990" cy="338554"/>
          </a:xfrm>
          <a:prstGeom prst="rect">
            <a:avLst/>
          </a:prstGeom>
          <a:noFill/>
        </p:spPr>
        <p:txBody>
          <a:bodyPr wrap="square">
            <a:spAutoFit/>
          </a:bodyPr>
          <a:lstStyle/>
          <a:p>
            <a:r>
              <a:rPr lang="en-QA" sz="1600" b="1" dirty="0">
                <a:solidFill>
                  <a:schemeClr val="accent1"/>
                </a:solidFill>
              </a:rPr>
              <a:t>UI/UX Design &amp; User Experience</a:t>
            </a:r>
          </a:p>
        </p:txBody>
      </p:sp>
      <p:sp>
        <p:nvSpPr>
          <p:cNvPr id="5" name="TextBox 4">
            <a:extLst>
              <a:ext uri="{FF2B5EF4-FFF2-40B4-BE49-F238E27FC236}">
                <a16:creationId xmlns:a16="http://schemas.microsoft.com/office/drawing/2014/main" id="{D0EAE704-D315-F5BA-3B96-7269AB55796A}"/>
              </a:ext>
            </a:extLst>
          </p:cNvPr>
          <p:cNvSpPr txBox="1"/>
          <p:nvPr/>
        </p:nvSpPr>
        <p:spPr>
          <a:xfrm>
            <a:off x="697911" y="1167165"/>
            <a:ext cx="3135302" cy="5447645"/>
          </a:xfrm>
          <a:prstGeom prst="rect">
            <a:avLst/>
          </a:prstGeom>
          <a:noFill/>
        </p:spPr>
        <p:txBody>
          <a:bodyPr wrap="square">
            <a:spAutoFit/>
          </a:bodyPr>
          <a:lstStyle/>
          <a:p>
            <a:pPr>
              <a:buNone/>
            </a:pPr>
            <a:r>
              <a:rPr lang="en-QA" sz="1200" b="1" dirty="0"/>
              <a:t>The UI/UX system was designed to improve:</a:t>
            </a:r>
          </a:p>
          <a:p>
            <a:pPr marL="628650" lvl="1" indent="-171450">
              <a:buFont typeface="Arial" panose="020B0604020202020204" pitchFamily="34" charset="0"/>
              <a:buChar char="•"/>
            </a:pPr>
            <a:r>
              <a:rPr lang="en-QA" sz="1200" dirty="0"/>
              <a:t>Readability</a:t>
            </a:r>
          </a:p>
          <a:p>
            <a:pPr marL="628650" lvl="1" indent="-171450">
              <a:buFont typeface="Arial" panose="020B0604020202020204" pitchFamily="34" charset="0"/>
              <a:buChar char="•"/>
            </a:pPr>
            <a:r>
              <a:rPr lang="en-QA" sz="1200" dirty="0"/>
              <a:t>Simple navigation</a:t>
            </a:r>
          </a:p>
          <a:p>
            <a:pPr marL="628650" lvl="1" indent="-171450">
              <a:buFont typeface="Arial" panose="020B0604020202020204" pitchFamily="34" charset="0"/>
              <a:buChar char="•"/>
            </a:pPr>
            <a:r>
              <a:rPr lang="en-QA" sz="1200" dirty="0"/>
              <a:t>Academic organization</a:t>
            </a:r>
          </a:p>
          <a:p>
            <a:pPr marL="628650" lvl="1" indent="-171450">
              <a:buFont typeface="Arial" panose="020B0604020202020204" pitchFamily="34" charset="0"/>
              <a:buChar char="•"/>
            </a:pPr>
            <a:r>
              <a:rPr lang="en-QA" sz="1200" dirty="0"/>
              <a:t>Student focus</a:t>
            </a:r>
          </a:p>
          <a:p>
            <a:pPr marL="628650" lvl="1" indent="-171450">
              <a:buFont typeface="Arial" panose="020B0604020202020204" pitchFamily="34" charset="0"/>
              <a:buChar char="•"/>
            </a:pPr>
            <a:r>
              <a:rPr lang="en-QA" sz="1200" dirty="0"/>
              <a:t>Productivity tracking</a:t>
            </a:r>
          </a:p>
          <a:p>
            <a:pPr>
              <a:buNone/>
            </a:pPr>
            <a:r>
              <a:rPr lang="en-QA" sz="1200" b="1" dirty="0"/>
              <a:t>The interface follows:</a:t>
            </a:r>
          </a:p>
          <a:p>
            <a:pPr marL="628650" lvl="1" indent="-171450">
              <a:buFont typeface="Arial" panose="020B0604020202020204" pitchFamily="34" charset="0"/>
              <a:buChar char="•"/>
            </a:pPr>
            <a:r>
              <a:rPr lang="en-QA" sz="1200" dirty="0"/>
              <a:t>Modern mobile design</a:t>
            </a:r>
          </a:p>
          <a:p>
            <a:pPr marL="628650" lvl="1" indent="-171450">
              <a:buFont typeface="Arial" panose="020B0604020202020204" pitchFamily="34" charset="0"/>
              <a:buChar char="•"/>
            </a:pPr>
            <a:r>
              <a:rPr lang="en-QA" sz="1200" dirty="0"/>
              <a:t>Glassmorphism UI</a:t>
            </a:r>
          </a:p>
          <a:p>
            <a:pPr marL="628650" lvl="1" indent="-171450">
              <a:buFont typeface="Arial" panose="020B0604020202020204" pitchFamily="34" charset="0"/>
              <a:buChar char="•"/>
            </a:pPr>
            <a:r>
              <a:rPr lang="en-QA" sz="1200" dirty="0"/>
              <a:t>Consistent spacing</a:t>
            </a:r>
          </a:p>
          <a:p>
            <a:pPr marL="628650" lvl="1" indent="-171450">
              <a:buFont typeface="Arial" panose="020B0604020202020204" pitchFamily="34" charset="0"/>
              <a:buChar char="•"/>
            </a:pPr>
            <a:r>
              <a:rPr lang="en-QA" sz="1200" dirty="0"/>
              <a:t>Clear visual hierarchy</a:t>
            </a:r>
          </a:p>
          <a:p>
            <a:pPr marL="628650" lvl="1" indent="-171450">
              <a:buFont typeface="Arial" panose="020B0604020202020204" pitchFamily="34" charset="0"/>
              <a:buChar char="•"/>
            </a:pPr>
            <a:r>
              <a:rPr lang="en-QA" sz="1200" dirty="0"/>
              <a:t>Responsive interactions</a:t>
            </a:r>
          </a:p>
          <a:p>
            <a:pPr>
              <a:buNone/>
            </a:pPr>
            <a:r>
              <a:rPr lang="en-QA" sz="1200" b="1" dirty="0"/>
              <a:t>Design Goals</a:t>
            </a:r>
          </a:p>
          <a:p>
            <a:pPr marL="685800" lvl="1" indent="-228600">
              <a:buFont typeface="Arial" panose="020B0604020202020204" pitchFamily="34" charset="0"/>
              <a:buChar char="•"/>
            </a:pPr>
            <a:r>
              <a:rPr lang="en-QA" sz="1200" dirty="0"/>
              <a:t>Reduce cognitive overload</a:t>
            </a:r>
          </a:p>
          <a:p>
            <a:pPr marL="685800" lvl="1" indent="-228600">
              <a:buFont typeface="Arial" panose="020B0604020202020204" pitchFamily="34" charset="0"/>
              <a:buChar char="•"/>
            </a:pPr>
            <a:r>
              <a:rPr lang="en-QA" sz="1200" dirty="0"/>
              <a:t>Improve task visibility</a:t>
            </a:r>
          </a:p>
          <a:p>
            <a:pPr marL="685800" lvl="1" indent="-228600">
              <a:buFont typeface="Arial" panose="020B0604020202020204" pitchFamily="34" charset="0"/>
              <a:buChar char="•"/>
            </a:pPr>
            <a:r>
              <a:rPr lang="en-QA" sz="1200" dirty="0"/>
              <a:t>Simplify academic workflows</a:t>
            </a:r>
          </a:p>
          <a:p>
            <a:pPr marL="685800" lvl="1" indent="-228600">
              <a:buFont typeface="Arial" panose="020B0604020202020204" pitchFamily="34" charset="0"/>
              <a:buChar char="•"/>
            </a:pPr>
            <a:r>
              <a:rPr lang="en-QA" sz="1200" dirty="0"/>
              <a:t>Reduce navigation complexity</a:t>
            </a:r>
          </a:p>
          <a:p>
            <a:pPr marL="685800" lvl="1" indent="-228600">
              <a:buFont typeface="Arial" panose="020B0604020202020204" pitchFamily="34" charset="0"/>
              <a:buChar char="•"/>
            </a:pPr>
            <a:r>
              <a:rPr lang="en-QA" sz="1200" dirty="0"/>
              <a:t>Support long term usability</a:t>
            </a:r>
          </a:p>
          <a:p>
            <a:pPr>
              <a:buNone/>
            </a:pPr>
            <a:r>
              <a:rPr lang="en-QA" sz="1200" b="1" dirty="0"/>
              <a:t>UI Features</a:t>
            </a:r>
          </a:p>
          <a:p>
            <a:pPr marL="685800" lvl="1" indent="-228600">
              <a:buFont typeface="Arial" panose="020B0604020202020204" pitchFamily="34" charset="0"/>
              <a:buChar char="•"/>
            </a:pPr>
            <a:r>
              <a:rPr lang="en-QA" sz="1200" dirty="0"/>
              <a:t>Animated onboarding</a:t>
            </a:r>
          </a:p>
          <a:p>
            <a:pPr marL="685800" lvl="1" indent="-228600">
              <a:buFont typeface="Arial" panose="020B0604020202020204" pitchFamily="34" charset="0"/>
              <a:buChar char="•"/>
            </a:pPr>
            <a:r>
              <a:rPr lang="en-QA" sz="1200" dirty="0"/>
              <a:t>Dashboard cards</a:t>
            </a:r>
          </a:p>
          <a:p>
            <a:pPr marL="685800" lvl="1" indent="-228600">
              <a:buFont typeface="Arial" panose="020B0604020202020204" pitchFamily="34" charset="0"/>
              <a:buChar char="•"/>
            </a:pPr>
            <a:r>
              <a:rPr lang="en-QA" sz="1200" dirty="0"/>
              <a:t>Analytics charts</a:t>
            </a:r>
          </a:p>
          <a:p>
            <a:pPr marL="685800" lvl="1" indent="-228600">
              <a:buFont typeface="Arial" panose="020B0604020202020204" pitchFamily="34" charset="0"/>
              <a:buChar char="•"/>
            </a:pPr>
            <a:r>
              <a:rPr lang="en-QA" sz="1200" dirty="0"/>
              <a:t>Progress indicators</a:t>
            </a:r>
          </a:p>
          <a:p>
            <a:pPr marL="685800" lvl="1" indent="-228600">
              <a:buFont typeface="Arial" panose="020B0604020202020204" pitchFamily="34" charset="0"/>
              <a:buChar char="•"/>
            </a:pPr>
            <a:r>
              <a:rPr lang="en-QA" sz="1200" dirty="0"/>
              <a:t>Bottom navigation</a:t>
            </a:r>
          </a:p>
          <a:p>
            <a:pPr marL="685800" lvl="1" indent="-228600">
              <a:buFont typeface="Arial" panose="020B0604020202020204" pitchFamily="34" charset="0"/>
              <a:buChar char="•"/>
            </a:pPr>
            <a:r>
              <a:rPr lang="en-QA" sz="1200" dirty="0"/>
              <a:t>Realtime updates</a:t>
            </a:r>
          </a:p>
          <a:p>
            <a:pPr marL="685800" lvl="1" indent="-228600">
              <a:buFont typeface="Arial" panose="020B0604020202020204" pitchFamily="34" charset="0"/>
              <a:buChar char="•"/>
            </a:pPr>
            <a:r>
              <a:rPr lang="en-QA" sz="1200" dirty="0"/>
              <a:t>Adaptive widgets</a:t>
            </a:r>
          </a:p>
          <a:p>
            <a:pPr marL="685800" lvl="1" indent="-228600">
              <a:buFont typeface="Arial" panose="020B0604020202020204" pitchFamily="34" charset="0"/>
              <a:buChar char="•"/>
            </a:pPr>
            <a:r>
              <a:rPr lang="en-QA" sz="1200" dirty="0"/>
              <a:t>Mood tracking</a:t>
            </a:r>
          </a:p>
          <a:p>
            <a:pPr marL="685800" lvl="1" indent="-228600">
              <a:buFont typeface="Arial" panose="020B0604020202020204" pitchFamily="34" charset="0"/>
              <a:buChar char="•"/>
            </a:pPr>
            <a:r>
              <a:rPr lang="en-QA" sz="1200" dirty="0"/>
              <a:t>Risk indicators</a:t>
            </a:r>
          </a:p>
          <a:p>
            <a:pPr marL="685800" lvl="1" indent="-228600">
              <a:buFont typeface="Arial" panose="020B0604020202020204" pitchFamily="34" charset="0"/>
              <a:buChar char="•"/>
            </a:pPr>
            <a:r>
              <a:rPr lang="en-QA" sz="1200" dirty="0"/>
              <a:t>Study timers</a:t>
            </a:r>
          </a:p>
        </p:txBody>
      </p:sp>
      <p:pic>
        <p:nvPicPr>
          <p:cNvPr id="7" name="Picture 6">
            <a:extLst>
              <a:ext uri="{FF2B5EF4-FFF2-40B4-BE49-F238E27FC236}">
                <a16:creationId xmlns:a16="http://schemas.microsoft.com/office/drawing/2014/main" id="{60CB9FC2-7ADA-D918-517B-30DDD3D2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1785" y="758954"/>
            <a:ext cx="6990215" cy="6098846"/>
          </a:xfrm>
          <a:prstGeom prst="rect">
            <a:avLst/>
          </a:prstGeom>
        </p:spPr>
      </p:pic>
    </p:spTree>
    <p:extLst>
      <p:ext uri="{BB962C8B-B14F-4D97-AF65-F5344CB8AC3E}">
        <p14:creationId xmlns:p14="http://schemas.microsoft.com/office/powerpoint/2010/main" val="3651935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69" name="TextBox 2"/>
          <p:cNvSpPr/>
          <p:nvPr/>
        </p:nvSpPr>
        <p:spPr>
          <a:xfrm>
            <a:off x="460800" y="91044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Software Development Process</a:t>
            </a:r>
            <a:endParaRPr lang="en-US" sz="1800" b="0" u="none" strike="noStrike">
              <a:solidFill>
                <a:srgbClr val="000000"/>
              </a:solidFill>
              <a:effectLst/>
              <a:uFillTx/>
              <a:latin typeface="Arial"/>
            </a:endParaRPr>
          </a:p>
        </p:txBody>
      </p:sp>
      <p:sp>
        <p:nvSpPr>
          <p:cNvPr id="470" name="TextBox 4"/>
          <p:cNvSpPr/>
          <p:nvPr/>
        </p:nvSpPr>
        <p:spPr>
          <a:xfrm>
            <a:off x="460800" y="1343160"/>
            <a:ext cx="609552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Agile Scrum Development</a:t>
            </a:r>
            <a:endParaRPr lang="en-US" sz="1600" b="0" u="none" strike="noStrike">
              <a:solidFill>
                <a:srgbClr val="000000"/>
              </a:solidFill>
              <a:effectLst/>
              <a:uFillTx/>
              <a:latin typeface="Arial"/>
            </a:endParaRPr>
          </a:p>
        </p:txBody>
      </p:sp>
      <p:sp>
        <p:nvSpPr>
          <p:cNvPr id="471" name="TextBox 6"/>
          <p:cNvSpPr/>
          <p:nvPr/>
        </p:nvSpPr>
        <p:spPr>
          <a:xfrm>
            <a:off x="457200" y="1693440"/>
            <a:ext cx="5919120" cy="3508609"/>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en-QA" sz="1800" b="0" u="none" strike="noStrike" dirty="0">
                <a:solidFill>
                  <a:schemeClr val="dk1"/>
                </a:solidFill>
                <a:effectLst/>
                <a:uFillTx/>
                <a:latin typeface="Calibri"/>
              </a:rPr>
              <a:t>The development process followed Agile Scrum methodology.</a:t>
            </a:r>
            <a:endParaRPr lang="en-US" sz="1800" b="0" u="none" strike="noStrike" dirty="0">
              <a:solidFill>
                <a:srgbClr val="000000"/>
              </a:solidFill>
              <a:effectLst/>
              <a:uFillTx/>
              <a:latin typeface="Arial"/>
            </a:endParaRPr>
          </a:p>
          <a:p>
            <a:pPr defTabSz="914400">
              <a:lnSpc>
                <a:spcPct val="100000"/>
              </a:lnSpc>
            </a:pPr>
            <a:r>
              <a:rPr lang="en-QA" sz="1800" b="0" u="none" strike="noStrike" dirty="0">
                <a:solidFill>
                  <a:schemeClr val="dk1"/>
                </a:solidFill>
                <a:effectLst/>
                <a:uFillTx/>
                <a:latin typeface="Calibri"/>
              </a:rPr>
              <a:t>The project was divided into weekly sprints.</a:t>
            </a:r>
            <a:endParaRPr lang="en-US" sz="1800" b="0" u="none" strike="noStrike" dirty="0">
              <a:solidFill>
                <a:srgbClr val="000000"/>
              </a:solidFill>
              <a:effectLst/>
              <a:uFillTx/>
              <a:latin typeface="Arial"/>
            </a:endParaRPr>
          </a:p>
          <a:p>
            <a:pPr defTabSz="914400">
              <a:lnSpc>
                <a:spcPct val="150000"/>
              </a:lnSpc>
            </a:pPr>
            <a:r>
              <a:rPr lang="en-QA" sz="1800" b="0" u="none" strike="noStrike" dirty="0">
                <a:solidFill>
                  <a:schemeClr val="dk1"/>
                </a:solidFill>
                <a:effectLst/>
                <a:uFillTx/>
                <a:latin typeface="Calibri"/>
              </a:rPr>
              <a:t>Scrum was used for:</a:t>
            </a:r>
            <a:endParaRPr lang="en-US" sz="1800" b="0" u="none" strike="noStrike" dirty="0">
              <a:solidFill>
                <a:srgbClr val="000000"/>
              </a:solidFill>
              <a:effectLst/>
              <a:uFillTx/>
              <a:latin typeface="Arial"/>
            </a:endParaRPr>
          </a:p>
          <a:p>
            <a:pPr marL="743040" lvl="1" indent="-285840" defTabSz="914400">
              <a:lnSpc>
                <a:spcPct val="150000"/>
              </a:lnSpc>
              <a:buClr>
                <a:srgbClr val="3E3E3E"/>
              </a:buClr>
              <a:buFont typeface="Arial"/>
              <a:buChar char="•"/>
            </a:pPr>
            <a:r>
              <a:rPr lang="en-QA" sz="1800" b="0" u="none" strike="noStrike" dirty="0">
                <a:solidFill>
                  <a:schemeClr val="dk1"/>
                </a:solidFill>
                <a:effectLst/>
                <a:uFillTx/>
                <a:latin typeface="Calibri"/>
              </a:rPr>
              <a:t>Sprint planning </a:t>
            </a:r>
            <a:endParaRPr lang="en-US" sz="1800" b="0" u="none" strike="noStrike" dirty="0">
              <a:solidFill>
                <a:srgbClr val="000000"/>
              </a:solidFill>
              <a:effectLst/>
              <a:uFillTx/>
              <a:latin typeface="Arial"/>
            </a:endParaRPr>
          </a:p>
          <a:p>
            <a:pPr marL="743040" lvl="1" indent="-285840" defTabSz="914400">
              <a:lnSpc>
                <a:spcPct val="150000"/>
              </a:lnSpc>
              <a:buClr>
                <a:srgbClr val="3E3E3E"/>
              </a:buClr>
              <a:buFont typeface="Arial"/>
              <a:buChar char="•"/>
            </a:pPr>
            <a:r>
              <a:rPr lang="en-QA" sz="1800" b="0" u="none" strike="noStrike" dirty="0">
                <a:solidFill>
                  <a:schemeClr val="dk1"/>
                </a:solidFill>
                <a:effectLst/>
                <a:uFillTx/>
                <a:latin typeface="Calibri"/>
              </a:rPr>
              <a:t>Backlog management </a:t>
            </a:r>
            <a:endParaRPr lang="en-US" sz="1800" b="0" u="none" strike="noStrike" dirty="0">
              <a:solidFill>
                <a:srgbClr val="000000"/>
              </a:solidFill>
              <a:effectLst/>
              <a:uFillTx/>
              <a:latin typeface="Arial"/>
            </a:endParaRPr>
          </a:p>
          <a:p>
            <a:pPr marL="743040" lvl="1" indent="-285840" defTabSz="914400">
              <a:lnSpc>
                <a:spcPct val="150000"/>
              </a:lnSpc>
              <a:buClr>
                <a:srgbClr val="3E3E3E"/>
              </a:buClr>
              <a:buFont typeface="Arial"/>
              <a:buChar char="•"/>
            </a:pPr>
            <a:r>
              <a:rPr lang="en-QA" sz="1800" b="0" u="none" strike="noStrike" dirty="0">
                <a:solidFill>
                  <a:schemeClr val="dk1"/>
                </a:solidFill>
                <a:effectLst/>
                <a:uFillTx/>
                <a:latin typeface="Calibri"/>
              </a:rPr>
              <a:t>Feature tracking </a:t>
            </a:r>
            <a:endParaRPr lang="en-US" sz="1800" b="0" u="none" strike="noStrike" dirty="0">
              <a:solidFill>
                <a:srgbClr val="000000"/>
              </a:solidFill>
              <a:effectLst/>
              <a:uFillTx/>
              <a:latin typeface="Arial"/>
            </a:endParaRPr>
          </a:p>
          <a:p>
            <a:pPr marL="743040" lvl="1" indent="-285840" defTabSz="914400">
              <a:lnSpc>
                <a:spcPct val="150000"/>
              </a:lnSpc>
              <a:buClr>
                <a:srgbClr val="3E3E3E"/>
              </a:buClr>
              <a:buFont typeface="Arial"/>
              <a:buChar char="•"/>
            </a:pPr>
            <a:r>
              <a:rPr lang="en-QA" sz="1800" b="0" u="none" strike="noStrike" dirty="0">
                <a:solidFill>
                  <a:schemeClr val="dk1"/>
                </a:solidFill>
                <a:effectLst/>
                <a:uFillTx/>
                <a:latin typeface="Calibri"/>
              </a:rPr>
              <a:t>Testing coordination </a:t>
            </a:r>
            <a:endParaRPr lang="en-US" sz="1800" b="0" u="none" strike="noStrike" dirty="0">
              <a:solidFill>
                <a:srgbClr val="000000"/>
              </a:solidFill>
              <a:effectLst/>
              <a:uFillTx/>
              <a:latin typeface="Arial"/>
            </a:endParaRPr>
          </a:p>
          <a:p>
            <a:pPr marL="743040" lvl="1" indent="-285840" defTabSz="914400">
              <a:lnSpc>
                <a:spcPct val="150000"/>
              </a:lnSpc>
              <a:buClr>
                <a:srgbClr val="3E3E3E"/>
              </a:buClr>
              <a:buFont typeface="Arial"/>
              <a:buChar char="•"/>
            </a:pPr>
            <a:r>
              <a:rPr lang="en-QA" sz="1800" b="0" u="none" strike="noStrike" dirty="0">
                <a:solidFill>
                  <a:schemeClr val="dk1"/>
                </a:solidFill>
                <a:effectLst/>
                <a:uFillTx/>
                <a:latin typeface="Calibri"/>
              </a:rPr>
              <a:t>Sprint reviews </a:t>
            </a:r>
            <a:endParaRPr lang="en-US" sz="1800" b="0" u="none" strike="noStrike" dirty="0">
              <a:solidFill>
                <a:srgbClr val="000000"/>
              </a:solidFill>
              <a:effectLst/>
              <a:uFillTx/>
              <a:latin typeface="Arial"/>
            </a:endParaRPr>
          </a:p>
          <a:p>
            <a:pPr marL="743040" lvl="1" indent="-285840" defTabSz="914400">
              <a:lnSpc>
                <a:spcPct val="150000"/>
              </a:lnSpc>
              <a:buClr>
                <a:srgbClr val="3E3E3E"/>
              </a:buClr>
              <a:buFont typeface="Arial"/>
              <a:buChar char="•"/>
            </a:pPr>
            <a:r>
              <a:rPr lang="en-QA" sz="1800" b="0" u="none" strike="noStrike" dirty="0">
                <a:solidFill>
                  <a:schemeClr val="dk1"/>
                </a:solidFill>
                <a:effectLst/>
                <a:uFillTx/>
                <a:latin typeface="Calibri"/>
              </a:rPr>
              <a:t>Retrospectives</a:t>
            </a:r>
            <a:endParaRPr lang="en-US" sz="1800" b="0" u="none" strike="noStrike" dirty="0">
              <a:solidFill>
                <a:srgbClr val="000000"/>
              </a:solidFill>
              <a:effectLst/>
              <a:uFillTx/>
              <a:latin typeface="Arial"/>
            </a:endParaRPr>
          </a:p>
        </p:txBody>
      </p:sp>
      <p:graphicFrame>
        <p:nvGraphicFramePr>
          <p:cNvPr id="472" name="Table 36"/>
          <p:cNvGraphicFramePr/>
          <p:nvPr/>
        </p:nvGraphicFramePr>
        <p:xfrm>
          <a:off x="6376320" y="1119240"/>
          <a:ext cx="5607360" cy="5227560"/>
        </p:xfrm>
        <a:graphic>
          <a:graphicData uri="http://schemas.openxmlformats.org/drawingml/2006/table">
            <a:tbl>
              <a:tblPr/>
              <a:tblGrid>
                <a:gridCol w="2803680">
                  <a:extLst>
                    <a:ext uri="{9D8B030D-6E8A-4147-A177-3AD203B41FA5}">
                      <a16:colId xmlns:a16="http://schemas.microsoft.com/office/drawing/2014/main" val="20000"/>
                    </a:ext>
                  </a:extLst>
                </a:gridCol>
                <a:gridCol w="2803680">
                  <a:extLst>
                    <a:ext uri="{9D8B030D-6E8A-4147-A177-3AD203B41FA5}">
                      <a16:colId xmlns:a16="http://schemas.microsoft.com/office/drawing/2014/main" val="20001"/>
                    </a:ext>
                  </a:extLst>
                </a:gridCol>
              </a:tblGrid>
              <a:tr h="320040">
                <a:tc>
                  <a:txBody>
                    <a:bodyPr/>
                    <a:lstStyle/>
                    <a:p>
                      <a:pPr defTabSz="914400">
                        <a:lnSpc>
                          <a:spcPct val="100000"/>
                        </a:lnSpc>
                      </a:pPr>
                      <a:r>
                        <a:rPr lang="en-QA" sz="1400" b="0" u="none" strike="noStrike">
                          <a:solidFill>
                            <a:schemeClr val="lt1"/>
                          </a:solidFill>
                          <a:effectLst/>
                          <a:uFillTx/>
                          <a:latin typeface="Calibri"/>
                        </a:rPr>
                        <a:t>Sprint</a:t>
                      </a:r>
                      <a:endParaRPr lang="en-US" sz="1400" b="0" u="none" strike="noStrike">
                        <a:solidFill>
                          <a:srgbClr val="FFFFFF"/>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solidFill>
                      <a:schemeClr val="accent1"/>
                    </a:solidFill>
                  </a:tcPr>
                </a:tc>
                <a:tc>
                  <a:txBody>
                    <a:bodyPr/>
                    <a:lstStyle/>
                    <a:p>
                      <a:pPr defTabSz="914400">
                        <a:lnSpc>
                          <a:spcPct val="100000"/>
                        </a:lnSpc>
                      </a:pPr>
                      <a:r>
                        <a:rPr lang="en-QA" sz="1400" b="0" u="none" strike="noStrike">
                          <a:solidFill>
                            <a:schemeClr val="lt1"/>
                          </a:solidFill>
                          <a:effectLst/>
                          <a:uFillTx/>
                          <a:latin typeface="Calibri"/>
                        </a:rPr>
                        <a:t>Main Focus</a:t>
                      </a:r>
                      <a:endParaRPr lang="en-US" sz="1400" b="0" u="none" strike="noStrike">
                        <a:solidFill>
                          <a:srgbClr val="FFFFFF"/>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solidFill>
                      <a:schemeClr val="accent1"/>
                    </a:solidFill>
                  </a:tcPr>
                </a:tc>
                <a:extLst>
                  <a:ext uri="{0D108BD9-81ED-4DB2-BD59-A6C34878D82A}">
                    <a16:rowId xmlns:a16="http://schemas.microsoft.com/office/drawing/2014/main" val="10000"/>
                  </a:ext>
                </a:extLst>
              </a:tr>
              <a:tr h="320040">
                <a:tc>
                  <a:txBody>
                    <a:bodyPr/>
                    <a:lstStyle/>
                    <a:p>
                      <a:pPr defTabSz="914400">
                        <a:lnSpc>
                          <a:spcPct val="100000"/>
                        </a:lnSpc>
                      </a:pPr>
                      <a:r>
                        <a:rPr lang="en-QA" sz="1400" b="0" u="none" strike="noStrike">
                          <a:solidFill>
                            <a:schemeClr val="dk1"/>
                          </a:solidFill>
                          <a:effectLst/>
                          <a:uFillTx/>
                          <a:latin typeface="Calibri"/>
                        </a:rPr>
                        <a:t>Sprint 1</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UI/UX Planning &amp; System Design</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1"/>
                  </a:ext>
                </a:extLst>
              </a:tr>
              <a:tr h="320040">
                <a:tc>
                  <a:txBody>
                    <a:bodyPr/>
                    <a:lstStyle/>
                    <a:p>
                      <a:pPr defTabSz="914400">
                        <a:lnSpc>
                          <a:spcPct val="100000"/>
                        </a:lnSpc>
                      </a:pPr>
                      <a:r>
                        <a:rPr lang="en-QA" sz="1400" b="0" u="none" strike="noStrike">
                          <a:solidFill>
                            <a:schemeClr val="dk1"/>
                          </a:solidFill>
                          <a:effectLst/>
                          <a:uFillTx/>
                          <a:latin typeface="Calibri"/>
                        </a:rPr>
                        <a:t>Sprint 2</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Authentication &amp; Core Setup</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2"/>
                  </a:ext>
                </a:extLst>
              </a:tr>
              <a:tr h="320040">
                <a:tc>
                  <a:txBody>
                    <a:bodyPr/>
                    <a:lstStyle/>
                    <a:p>
                      <a:pPr defTabSz="914400">
                        <a:lnSpc>
                          <a:spcPct val="100000"/>
                        </a:lnSpc>
                      </a:pPr>
                      <a:r>
                        <a:rPr lang="en-QA" sz="1400" b="0" u="none" strike="noStrike">
                          <a:solidFill>
                            <a:schemeClr val="dk1"/>
                          </a:solidFill>
                          <a:effectLst/>
                          <a:uFillTx/>
                          <a:latin typeface="Calibri"/>
                        </a:rPr>
                        <a:t>Sprint 3</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Semester &amp; Course System</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3"/>
                  </a:ext>
                </a:extLst>
              </a:tr>
              <a:tr h="320040">
                <a:tc>
                  <a:txBody>
                    <a:bodyPr/>
                    <a:lstStyle/>
                    <a:p>
                      <a:pPr defTabSz="914400">
                        <a:lnSpc>
                          <a:spcPct val="100000"/>
                        </a:lnSpc>
                      </a:pPr>
                      <a:r>
                        <a:rPr lang="en-QA" sz="1400" b="0" u="none" strike="noStrike">
                          <a:solidFill>
                            <a:schemeClr val="dk1"/>
                          </a:solidFill>
                          <a:effectLst/>
                          <a:uFillTx/>
                          <a:latin typeface="Calibri"/>
                        </a:rPr>
                        <a:t>Sprint 4</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Tasks &amp; Deadlines System</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4"/>
                  </a:ext>
                </a:extLst>
              </a:tr>
              <a:tr h="320040">
                <a:tc>
                  <a:txBody>
                    <a:bodyPr/>
                    <a:lstStyle/>
                    <a:p>
                      <a:pPr defTabSz="914400">
                        <a:lnSpc>
                          <a:spcPct val="100000"/>
                        </a:lnSpc>
                      </a:pPr>
                      <a:r>
                        <a:rPr lang="en-QA" sz="1400" b="0" u="none" strike="noStrike">
                          <a:solidFill>
                            <a:schemeClr val="dk1"/>
                          </a:solidFill>
                          <a:effectLst/>
                          <a:uFillTx/>
                          <a:latin typeface="Calibri"/>
                        </a:rPr>
                        <a:t>Sprint 5</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Study Timer System</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5"/>
                  </a:ext>
                </a:extLst>
              </a:tr>
              <a:tr h="320040">
                <a:tc>
                  <a:txBody>
                    <a:bodyPr/>
                    <a:lstStyle/>
                    <a:p>
                      <a:pPr defTabSz="914400">
                        <a:lnSpc>
                          <a:spcPct val="100000"/>
                        </a:lnSpc>
                      </a:pPr>
                      <a:r>
                        <a:rPr lang="en-QA" sz="1400" b="0" u="none" strike="noStrike">
                          <a:solidFill>
                            <a:schemeClr val="dk1"/>
                          </a:solidFill>
                          <a:effectLst/>
                          <a:uFillTx/>
                          <a:latin typeface="Calibri"/>
                        </a:rPr>
                        <a:t>Sprint 6</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Mood &amp; Stress Tracking</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6"/>
                  </a:ext>
                </a:extLst>
              </a:tr>
              <a:tr h="320040">
                <a:tc>
                  <a:txBody>
                    <a:bodyPr/>
                    <a:lstStyle/>
                    <a:p>
                      <a:pPr defTabSz="914400">
                        <a:lnSpc>
                          <a:spcPct val="100000"/>
                        </a:lnSpc>
                      </a:pPr>
                      <a:r>
                        <a:rPr lang="en-QA" sz="1400" b="0" u="none" strike="noStrike" dirty="0">
                          <a:solidFill>
                            <a:schemeClr val="dk1"/>
                          </a:solidFill>
                          <a:effectLst/>
                          <a:uFillTx/>
                          <a:latin typeface="Calibri"/>
                        </a:rPr>
                        <a:t>Sprint 7</a:t>
                      </a:r>
                      <a:endParaRPr lang="en-US" sz="1400" b="0" u="none" strike="noStrike" dirty="0">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Analytics Engine</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7"/>
                  </a:ext>
                </a:extLst>
              </a:tr>
              <a:tr h="320040">
                <a:tc>
                  <a:txBody>
                    <a:bodyPr/>
                    <a:lstStyle/>
                    <a:p>
                      <a:pPr defTabSz="914400">
                        <a:lnSpc>
                          <a:spcPct val="100000"/>
                        </a:lnSpc>
                      </a:pPr>
                      <a:r>
                        <a:rPr lang="en-QA" sz="1400" b="0" u="none" strike="noStrike">
                          <a:solidFill>
                            <a:schemeClr val="dk1"/>
                          </a:solidFill>
                          <a:effectLst/>
                          <a:uFillTx/>
                          <a:latin typeface="Calibri"/>
                        </a:rPr>
                        <a:t>Sprint 8</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Risk Engine &amp; Decision Engine</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8"/>
                  </a:ext>
                </a:extLst>
              </a:tr>
              <a:tr h="320040">
                <a:tc>
                  <a:txBody>
                    <a:bodyPr/>
                    <a:lstStyle/>
                    <a:p>
                      <a:pPr defTabSz="914400">
                        <a:lnSpc>
                          <a:spcPct val="100000"/>
                        </a:lnSpc>
                      </a:pPr>
                      <a:r>
                        <a:rPr lang="en-QA" sz="1400" b="0" u="none" strike="noStrike">
                          <a:solidFill>
                            <a:schemeClr val="dk1"/>
                          </a:solidFill>
                          <a:effectLst/>
                          <a:uFillTx/>
                          <a:latin typeface="Calibri"/>
                        </a:rPr>
                        <a:t>Sprint 9</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Prediction System &amp; AI Assistant</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9"/>
                  </a:ext>
                </a:extLst>
              </a:tr>
              <a:tr h="320040">
                <a:tc>
                  <a:txBody>
                    <a:bodyPr/>
                    <a:lstStyle/>
                    <a:p>
                      <a:pPr defTabSz="914400">
                        <a:lnSpc>
                          <a:spcPct val="100000"/>
                        </a:lnSpc>
                      </a:pPr>
                      <a:r>
                        <a:rPr lang="en-QA" sz="1400" b="0" u="none" strike="noStrike">
                          <a:solidFill>
                            <a:schemeClr val="dk1"/>
                          </a:solidFill>
                          <a:effectLst/>
                          <a:uFillTx/>
                          <a:latin typeface="Calibri"/>
                        </a:rPr>
                        <a:t>Sprint 10</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Smart Notification System</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10"/>
                  </a:ext>
                </a:extLst>
              </a:tr>
              <a:tr h="533520">
                <a:tc>
                  <a:txBody>
                    <a:bodyPr/>
                    <a:lstStyle/>
                    <a:p>
                      <a:pPr defTabSz="914400">
                        <a:lnSpc>
                          <a:spcPct val="100000"/>
                        </a:lnSpc>
                      </a:pPr>
                      <a:r>
                        <a:rPr lang="en-QA" sz="1400" b="0" u="none" strike="noStrike">
                          <a:solidFill>
                            <a:schemeClr val="dk1"/>
                          </a:solidFill>
                          <a:effectLst/>
                          <a:uFillTx/>
                          <a:latin typeface="Calibri"/>
                        </a:rPr>
                        <a:t>Sprint 11</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Realtime Optimization &amp; Final Features</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11"/>
                  </a:ext>
                </a:extLst>
              </a:tr>
              <a:tr h="320040">
                <a:tc>
                  <a:txBody>
                    <a:bodyPr/>
                    <a:lstStyle/>
                    <a:p>
                      <a:pPr defTabSz="914400">
                        <a:lnSpc>
                          <a:spcPct val="100000"/>
                        </a:lnSpc>
                      </a:pPr>
                      <a:r>
                        <a:rPr lang="en-QA" sz="1400" b="0" u="none" strike="noStrike">
                          <a:solidFill>
                            <a:schemeClr val="dk1"/>
                          </a:solidFill>
                          <a:effectLst/>
                          <a:uFillTx/>
                          <a:latin typeface="Calibri"/>
                        </a:rPr>
                        <a:t>Sprint 12</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App Stabilization</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12"/>
                  </a:ext>
                </a:extLst>
              </a:tr>
              <a:tr h="320040">
                <a:tc>
                  <a:txBody>
                    <a:bodyPr/>
                    <a:lstStyle/>
                    <a:p>
                      <a:pPr defTabSz="914400">
                        <a:lnSpc>
                          <a:spcPct val="100000"/>
                        </a:lnSpc>
                      </a:pPr>
                      <a:r>
                        <a:rPr lang="en-QA" sz="1400" b="0" u="none" strike="noStrike">
                          <a:solidFill>
                            <a:schemeClr val="dk1"/>
                          </a:solidFill>
                          <a:effectLst/>
                          <a:uFillTx/>
                          <a:latin typeface="Calibri"/>
                        </a:rPr>
                        <a:t>Sprint 13</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a:solidFill>
                            <a:schemeClr val="dk1"/>
                          </a:solidFill>
                          <a:effectLst/>
                          <a:uFillTx/>
                          <a:latin typeface="Calibri"/>
                        </a:rPr>
                        <a:t>Testing &amp; Quality Assurance</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13"/>
                  </a:ext>
                </a:extLst>
              </a:tr>
              <a:tr h="533520">
                <a:tc>
                  <a:txBody>
                    <a:bodyPr/>
                    <a:lstStyle/>
                    <a:p>
                      <a:pPr defTabSz="914400">
                        <a:lnSpc>
                          <a:spcPct val="100000"/>
                        </a:lnSpc>
                      </a:pPr>
                      <a:r>
                        <a:rPr lang="en-QA" sz="1400" b="0" u="none" strike="noStrike">
                          <a:solidFill>
                            <a:schemeClr val="dk1"/>
                          </a:solidFill>
                          <a:effectLst/>
                          <a:uFillTx/>
                          <a:latin typeface="Calibri"/>
                        </a:rPr>
                        <a:t>Sprint 14</a:t>
                      </a:r>
                      <a:endParaRPr lang="en-US" sz="1400" b="0" u="none" strike="noStrike">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400" b="0" u="none" strike="noStrike" dirty="0">
                          <a:solidFill>
                            <a:schemeClr val="dk1"/>
                          </a:solidFill>
                          <a:effectLst/>
                          <a:uFillTx/>
                          <a:latin typeface="Calibri"/>
                        </a:rPr>
                        <a:t>Documentation, Poster &amp; Presentation</a:t>
                      </a:r>
                      <a:endParaRPr lang="en-US" sz="1400" b="0" u="none" strike="noStrike" dirty="0">
                        <a:solidFill>
                          <a:srgbClr val="000000"/>
                        </a:solidFill>
                        <a:effectLst/>
                        <a:uFillTx/>
                        <a:latin typeface="Arial"/>
                      </a:endParaRPr>
                    </a:p>
                  </a:txBody>
                  <a:tcPr marL="72360" marR="72360" marT="36000" marB="36000"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74" name="TextBox 2"/>
          <p:cNvSpPr/>
          <p:nvPr/>
        </p:nvSpPr>
        <p:spPr>
          <a:xfrm>
            <a:off x="631800" y="141372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Agile Scrum Development</a:t>
            </a:r>
            <a:endParaRPr lang="en-US" sz="1800" b="0" u="none" strike="noStrike">
              <a:solidFill>
                <a:srgbClr val="000000"/>
              </a:solidFill>
              <a:effectLst/>
              <a:uFillTx/>
              <a:latin typeface="Arial"/>
            </a:endParaRPr>
          </a:p>
        </p:txBody>
      </p:sp>
      <p:pic>
        <p:nvPicPr>
          <p:cNvPr id="475" name="Picture 4"/>
          <p:cNvPicPr/>
          <p:nvPr/>
        </p:nvPicPr>
        <p:blipFill>
          <a:blip r:embed="rId3"/>
          <a:stretch/>
        </p:blipFill>
        <p:spPr>
          <a:xfrm>
            <a:off x="1553760" y="1783080"/>
            <a:ext cx="8751960" cy="4768200"/>
          </a:xfrm>
          <a:prstGeom prst="rect">
            <a:avLst/>
          </a:prstGeom>
          <a:noFill/>
          <a:ln w="0">
            <a:noFill/>
          </a:ln>
        </p:spPr>
      </p:pic>
      <p:sp>
        <p:nvSpPr>
          <p:cNvPr id="476" name="TextBox 7"/>
          <p:cNvSpPr/>
          <p:nvPr/>
        </p:nvSpPr>
        <p:spPr>
          <a:xfrm>
            <a:off x="631800" y="94500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Software Development Process</a:t>
            </a:r>
            <a:endParaRPr lang="en-US" sz="18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78" name="TextBox 2"/>
          <p:cNvSpPr/>
          <p:nvPr/>
        </p:nvSpPr>
        <p:spPr>
          <a:xfrm>
            <a:off x="631800" y="141372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Agile Scrum Development</a:t>
            </a:r>
            <a:endParaRPr lang="en-US" sz="1800" b="0" u="none" strike="noStrike">
              <a:solidFill>
                <a:srgbClr val="000000"/>
              </a:solidFill>
              <a:effectLst/>
              <a:uFillTx/>
              <a:latin typeface="Arial"/>
            </a:endParaRPr>
          </a:p>
        </p:txBody>
      </p:sp>
      <p:sp>
        <p:nvSpPr>
          <p:cNvPr id="479" name="TextBox 7"/>
          <p:cNvSpPr/>
          <p:nvPr/>
        </p:nvSpPr>
        <p:spPr>
          <a:xfrm>
            <a:off x="631800" y="94500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Software Development Process</a:t>
            </a:r>
            <a:endParaRPr lang="en-US" sz="1800" b="0" u="none" strike="noStrike">
              <a:solidFill>
                <a:srgbClr val="000000"/>
              </a:solidFill>
              <a:effectLst/>
              <a:uFillTx/>
              <a:latin typeface="Arial"/>
            </a:endParaRPr>
          </a:p>
        </p:txBody>
      </p:sp>
      <p:pic>
        <p:nvPicPr>
          <p:cNvPr id="480" name="Picture 1"/>
          <p:cNvPicPr/>
          <p:nvPr/>
        </p:nvPicPr>
        <p:blipFill>
          <a:blip r:embed="rId3"/>
          <a:stretch/>
        </p:blipFill>
        <p:spPr>
          <a:xfrm>
            <a:off x="1278720" y="1783080"/>
            <a:ext cx="8987400" cy="499176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82" name="TextBox 6"/>
          <p:cNvSpPr/>
          <p:nvPr/>
        </p:nvSpPr>
        <p:spPr>
          <a:xfrm>
            <a:off x="592920" y="875880"/>
            <a:ext cx="6096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System Architecture</a:t>
            </a:r>
            <a:endParaRPr lang="en-US" sz="1800" b="0" u="none" strike="noStrike">
              <a:solidFill>
                <a:srgbClr val="000000"/>
              </a:solidFill>
              <a:effectLst/>
              <a:uFillTx/>
              <a:latin typeface="Arial"/>
            </a:endParaRPr>
          </a:p>
        </p:txBody>
      </p:sp>
      <p:sp>
        <p:nvSpPr>
          <p:cNvPr id="483" name="TextBox 8"/>
          <p:cNvSpPr/>
          <p:nvPr/>
        </p:nvSpPr>
        <p:spPr>
          <a:xfrm>
            <a:off x="592920" y="1245240"/>
            <a:ext cx="609660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Acadia System Architecture</a:t>
            </a:r>
            <a:endParaRPr lang="en-US" sz="1600" b="0" u="none" strike="noStrike">
              <a:solidFill>
                <a:srgbClr val="000000"/>
              </a:solidFill>
              <a:effectLst/>
              <a:uFillTx/>
              <a:latin typeface="Arial"/>
            </a:endParaRPr>
          </a:p>
        </p:txBody>
      </p:sp>
      <p:sp>
        <p:nvSpPr>
          <p:cNvPr id="484" name="TextBox 10"/>
          <p:cNvSpPr/>
          <p:nvPr/>
        </p:nvSpPr>
        <p:spPr>
          <a:xfrm>
            <a:off x="592920" y="1583640"/>
            <a:ext cx="4451760" cy="411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Acadia follows a layered architecture.</a:t>
            </a: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The architecture separates:</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Ui </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Providers </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Repositories </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Services </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Backend infrastructure </a:t>
            </a: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This improves:</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Scalability </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Maintainability </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Modularity </a:t>
            </a:r>
            <a:endParaRPr lang="en-US" sz="1600" b="0" u="none" strike="noStrike">
              <a:solidFill>
                <a:srgbClr val="000000"/>
              </a:solidFill>
              <a:effectLst/>
              <a:uFillTx/>
              <a:latin typeface="Arial"/>
            </a:endParaRPr>
          </a:p>
          <a:p>
            <a:pPr marL="743040" lvl="1" indent="-285840" defTabSz="914400">
              <a:lnSpc>
                <a:spcPct val="150000"/>
              </a:lnSpc>
              <a:buClr>
                <a:srgbClr val="3E3E3E"/>
              </a:buClr>
              <a:buFont typeface="Arial"/>
              <a:buChar char="•"/>
            </a:pPr>
            <a:r>
              <a:rPr lang="en-QA" sz="1600" b="0" u="none" strike="noStrike">
                <a:solidFill>
                  <a:schemeClr val="dk1"/>
                </a:solidFill>
                <a:effectLst/>
                <a:uFillTx/>
                <a:latin typeface="Calibri"/>
              </a:rPr>
              <a:t>Realtime synchronization</a:t>
            </a:r>
            <a:endParaRPr lang="en-US" sz="1600" b="0" u="none" strike="noStrike">
              <a:solidFill>
                <a:srgbClr val="000000"/>
              </a:solidFill>
              <a:effectLst/>
              <a:uFillTx/>
              <a:latin typeface="Arial"/>
            </a:endParaRPr>
          </a:p>
        </p:txBody>
      </p:sp>
      <p:pic>
        <p:nvPicPr>
          <p:cNvPr id="485" name="Picture 13"/>
          <p:cNvPicPr/>
          <p:nvPr/>
        </p:nvPicPr>
        <p:blipFill>
          <a:blip r:embed="rId3"/>
          <a:stretch/>
        </p:blipFill>
        <p:spPr>
          <a:xfrm>
            <a:off x="5505480" y="133920"/>
            <a:ext cx="5429880" cy="647028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87" name="TextBox 3"/>
          <p:cNvSpPr/>
          <p:nvPr/>
        </p:nvSpPr>
        <p:spPr>
          <a:xfrm>
            <a:off x="631440" y="852120"/>
            <a:ext cx="6096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Database Design</a:t>
            </a:r>
            <a:endParaRPr lang="en-US" sz="1800" b="0" u="none" strike="noStrike">
              <a:solidFill>
                <a:srgbClr val="000000"/>
              </a:solidFill>
              <a:effectLst/>
              <a:uFillTx/>
              <a:latin typeface="Arial"/>
            </a:endParaRPr>
          </a:p>
        </p:txBody>
      </p:sp>
      <p:sp>
        <p:nvSpPr>
          <p:cNvPr id="488" name="TextBox 5"/>
          <p:cNvSpPr/>
          <p:nvPr/>
        </p:nvSpPr>
        <p:spPr>
          <a:xfrm>
            <a:off x="631440" y="1244520"/>
            <a:ext cx="609660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Database Structure</a:t>
            </a:r>
            <a:endParaRPr lang="en-US" sz="1600" b="0" u="none" strike="noStrike">
              <a:solidFill>
                <a:srgbClr val="000000"/>
              </a:solidFill>
              <a:effectLst/>
              <a:uFillTx/>
              <a:latin typeface="Arial"/>
            </a:endParaRPr>
          </a:p>
        </p:txBody>
      </p:sp>
      <p:sp>
        <p:nvSpPr>
          <p:cNvPr id="489" name="TextBox 7"/>
          <p:cNvSpPr/>
          <p:nvPr/>
        </p:nvSpPr>
        <p:spPr>
          <a:xfrm>
            <a:off x="631440" y="1606320"/>
            <a:ext cx="6096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Acadia uses PostgreSQL through Supabase.</a:t>
            </a:r>
            <a:endParaRPr lang="en-US" sz="1800" b="0" u="none" strike="noStrike">
              <a:solidFill>
                <a:srgbClr val="000000"/>
              </a:solidFill>
              <a:effectLst/>
              <a:uFillTx/>
              <a:latin typeface="Arial"/>
            </a:endParaRPr>
          </a:p>
        </p:txBody>
      </p:sp>
      <p:sp>
        <p:nvSpPr>
          <p:cNvPr id="490" name="TextBox 9"/>
          <p:cNvSpPr/>
          <p:nvPr/>
        </p:nvSpPr>
        <p:spPr>
          <a:xfrm>
            <a:off x="708120" y="1936440"/>
            <a:ext cx="4524120" cy="341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The database stores:</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Semesters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Courses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Tasks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Exams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Study sessions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Analytics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Notifications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Mood logs </a:t>
            </a:r>
            <a:endParaRPr lang="en-US" sz="1800" b="0" u="none" strike="noStrike">
              <a:solidFill>
                <a:srgbClr val="000000"/>
              </a:solidFill>
              <a:effectLst/>
              <a:uFillTx/>
              <a:latin typeface="Arial"/>
            </a:endParaRPr>
          </a:p>
          <a:p>
            <a:pPr marL="457200" defTabSz="914400">
              <a:lnSpc>
                <a:spcPct val="100000"/>
              </a:lnSpc>
            </a:pPr>
            <a:endParaRPr lang="en-US" sz="1800" b="0" u="none" strike="noStrike">
              <a:solidFill>
                <a:srgbClr val="000000"/>
              </a:solidFill>
              <a:effectLst/>
              <a:uFillTx/>
              <a:latin typeface="Arial"/>
            </a:endParaRPr>
          </a:p>
          <a:p>
            <a:pPr defTabSz="914400">
              <a:lnSpc>
                <a:spcPct val="100000"/>
              </a:lnSpc>
            </a:pPr>
            <a:r>
              <a:rPr lang="en-QA" sz="1800" b="0" u="none" strike="noStrike">
                <a:solidFill>
                  <a:schemeClr val="dk1"/>
                </a:solidFill>
                <a:effectLst/>
                <a:uFillTx/>
                <a:latin typeface="Calibri"/>
              </a:rPr>
              <a:t>Security is implemented using Row Level Security (RLS).</a:t>
            </a:r>
            <a:endParaRPr lang="en-US" sz="1800" b="0" u="none" strike="noStrike">
              <a:solidFill>
                <a:srgbClr val="000000"/>
              </a:solidFill>
              <a:effectLst/>
              <a:uFillTx/>
              <a:latin typeface="Arial"/>
            </a:endParaRPr>
          </a:p>
        </p:txBody>
      </p:sp>
      <p:pic>
        <p:nvPicPr>
          <p:cNvPr id="491" name="Picture 13"/>
          <p:cNvPicPr/>
          <p:nvPr/>
        </p:nvPicPr>
        <p:blipFill>
          <a:blip r:embed="rId3"/>
          <a:stretch/>
        </p:blipFill>
        <p:spPr>
          <a:xfrm>
            <a:off x="4906800" y="1038240"/>
            <a:ext cx="7228440" cy="481896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93" name="TextBox 2"/>
          <p:cNvSpPr/>
          <p:nvPr/>
        </p:nvSpPr>
        <p:spPr>
          <a:xfrm>
            <a:off x="618480" y="875880"/>
            <a:ext cx="6096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Authentication System</a:t>
            </a:r>
            <a:endParaRPr lang="en-US" sz="1800" b="0" u="none" strike="noStrike">
              <a:solidFill>
                <a:srgbClr val="000000"/>
              </a:solidFill>
              <a:effectLst/>
              <a:uFillTx/>
              <a:latin typeface="Arial"/>
            </a:endParaRPr>
          </a:p>
        </p:txBody>
      </p:sp>
      <p:sp>
        <p:nvSpPr>
          <p:cNvPr id="494" name="TextBox 4"/>
          <p:cNvSpPr/>
          <p:nvPr/>
        </p:nvSpPr>
        <p:spPr>
          <a:xfrm>
            <a:off x="618480" y="1245240"/>
            <a:ext cx="609660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400" b="0" u="none" strike="noStrike">
                <a:solidFill>
                  <a:schemeClr val="dk1"/>
                </a:solidFill>
                <a:effectLst/>
                <a:uFillTx/>
                <a:latin typeface="Calibri"/>
              </a:rPr>
              <a:t>Acadia provides secure authentication using Supabase Auth.</a:t>
            </a:r>
            <a:endParaRPr lang="en-US" sz="1400" b="0" u="none" strike="noStrike">
              <a:solidFill>
                <a:srgbClr val="000000"/>
              </a:solidFill>
              <a:effectLst/>
              <a:uFillTx/>
              <a:latin typeface="Arial"/>
            </a:endParaRPr>
          </a:p>
        </p:txBody>
      </p:sp>
      <p:pic>
        <p:nvPicPr>
          <p:cNvPr id="495" name="Picture 6"/>
          <p:cNvPicPr/>
          <p:nvPr/>
        </p:nvPicPr>
        <p:blipFill>
          <a:blip r:embed="rId3"/>
          <a:stretch/>
        </p:blipFill>
        <p:spPr>
          <a:xfrm>
            <a:off x="182880" y="1614600"/>
            <a:ext cx="7396920" cy="4440600"/>
          </a:xfrm>
          <a:prstGeom prst="rect">
            <a:avLst/>
          </a:prstGeom>
          <a:noFill/>
          <a:ln w="0">
            <a:noFill/>
          </a:ln>
        </p:spPr>
      </p:pic>
      <p:pic>
        <p:nvPicPr>
          <p:cNvPr id="496" name="Picture 10"/>
          <p:cNvPicPr/>
          <p:nvPr/>
        </p:nvPicPr>
        <p:blipFill>
          <a:blip r:embed="rId4"/>
          <a:stretch/>
        </p:blipFill>
        <p:spPr>
          <a:xfrm>
            <a:off x="7765920" y="1149120"/>
            <a:ext cx="4073760" cy="505152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498" name="TextBox 2"/>
          <p:cNvSpPr/>
          <p:nvPr/>
        </p:nvSpPr>
        <p:spPr>
          <a:xfrm>
            <a:off x="612360" y="875880"/>
            <a:ext cx="6096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Academic Management System</a:t>
            </a:r>
            <a:endParaRPr lang="en-US" sz="1800" b="0" u="none" strike="noStrike">
              <a:solidFill>
                <a:srgbClr val="000000"/>
              </a:solidFill>
              <a:effectLst/>
              <a:uFillTx/>
              <a:latin typeface="Arial"/>
            </a:endParaRPr>
          </a:p>
        </p:txBody>
      </p:sp>
      <p:sp>
        <p:nvSpPr>
          <p:cNvPr id="499" name="TextBox 4"/>
          <p:cNvSpPr/>
          <p:nvPr/>
        </p:nvSpPr>
        <p:spPr>
          <a:xfrm>
            <a:off x="612360" y="1621080"/>
            <a:ext cx="609660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400" b="0" u="none" strike="noStrike">
                <a:solidFill>
                  <a:schemeClr val="dk1"/>
                </a:solidFill>
                <a:effectLst/>
                <a:uFillTx/>
                <a:latin typeface="Calibri"/>
              </a:rPr>
              <a:t>Acadia allows students to organize academic life inside one centralized system.</a:t>
            </a:r>
            <a:endParaRPr lang="en-US" sz="1400" b="0" u="none" strike="noStrike">
              <a:solidFill>
                <a:srgbClr val="000000"/>
              </a:solidFill>
              <a:effectLst/>
              <a:uFillTx/>
              <a:latin typeface="Arial"/>
            </a:endParaRPr>
          </a:p>
        </p:txBody>
      </p:sp>
      <p:sp>
        <p:nvSpPr>
          <p:cNvPr id="500" name="TextBox 6"/>
          <p:cNvSpPr/>
          <p:nvPr/>
        </p:nvSpPr>
        <p:spPr>
          <a:xfrm>
            <a:off x="612360" y="1989360"/>
            <a:ext cx="6096600" cy="246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400" b="0" u="none" strike="noStrike">
                <a:solidFill>
                  <a:schemeClr val="dk1"/>
                </a:solidFill>
                <a:effectLst/>
                <a:uFillTx/>
                <a:latin typeface="Calibri"/>
              </a:rPr>
              <a:t>Students can:</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Create semesters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Add courses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Manage assignments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Manage deadlines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Manage exams </a:t>
            </a:r>
            <a:endParaRPr lang="en-US" sz="14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400" b="0" u="none" strike="noStrike">
                <a:solidFill>
                  <a:schemeClr val="dk1"/>
                </a:solidFill>
                <a:effectLst/>
                <a:uFillTx/>
                <a:latin typeface="Calibri"/>
              </a:rPr>
              <a:t>Track academic progress </a:t>
            </a:r>
            <a:endParaRPr lang="en-US" sz="1400" b="0" u="none" strike="noStrike">
              <a:solidFill>
                <a:srgbClr val="000000"/>
              </a:solidFill>
              <a:effectLst/>
              <a:uFillTx/>
              <a:latin typeface="Arial"/>
            </a:endParaRPr>
          </a:p>
          <a:p>
            <a:pPr defTabSz="914400">
              <a:lnSpc>
                <a:spcPct val="100000"/>
              </a:lnSpc>
            </a:pPr>
            <a:r>
              <a:rPr lang="en-QA" sz="1400" b="0" u="none" strike="noStrike">
                <a:solidFill>
                  <a:schemeClr val="dk1"/>
                </a:solidFill>
                <a:effectLst/>
                <a:uFillTx/>
                <a:latin typeface="Calibri"/>
              </a:rPr>
              <a:t>The system supports realtime synchronization.</a:t>
            </a:r>
            <a:endParaRPr lang="en-US" sz="1400" b="0" u="none" strike="noStrike">
              <a:solidFill>
                <a:srgbClr val="000000"/>
              </a:solidFill>
              <a:effectLst/>
              <a:uFillTx/>
              <a:latin typeface="Arial"/>
            </a:endParaRPr>
          </a:p>
        </p:txBody>
      </p:sp>
      <p:pic>
        <p:nvPicPr>
          <p:cNvPr id="501" name="Picture 8"/>
          <p:cNvPicPr/>
          <p:nvPr/>
        </p:nvPicPr>
        <p:blipFill>
          <a:blip r:embed="rId3"/>
          <a:stretch/>
        </p:blipFill>
        <p:spPr>
          <a:xfrm>
            <a:off x="4098240" y="1989360"/>
            <a:ext cx="7556760" cy="3689640"/>
          </a:xfrm>
          <a:prstGeom prst="rect">
            <a:avLst/>
          </a:prstGeom>
          <a:noFill/>
          <a:ln w="0">
            <a:noFill/>
          </a:ln>
        </p:spPr>
      </p:pic>
      <p:sp>
        <p:nvSpPr>
          <p:cNvPr id="502" name="TextBox 10"/>
          <p:cNvSpPr/>
          <p:nvPr/>
        </p:nvSpPr>
        <p:spPr>
          <a:xfrm>
            <a:off x="614520" y="1167120"/>
            <a:ext cx="609444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Semester, Course &amp; Task Management</a:t>
            </a:r>
            <a:endParaRPr lang="en-US" sz="16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04" name="TextBox 2"/>
          <p:cNvSpPr/>
          <p:nvPr/>
        </p:nvSpPr>
        <p:spPr>
          <a:xfrm>
            <a:off x="598680" y="93492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Study Session System</a:t>
            </a:r>
            <a:endParaRPr lang="en-US" sz="1800" b="0" u="none" strike="noStrike">
              <a:solidFill>
                <a:srgbClr val="000000"/>
              </a:solidFill>
              <a:effectLst/>
              <a:uFillTx/>
              <a:latin typeface="Arial"/>
            </a:endParaRPr>
          </a:p>
        </p:txBody>
      </p:sp>
      <p:sp>
        <p:nvSpPr>
          <p:cNvPr id="505" name="TextBox 4"/>
          <p:cNvSpPr/>
          <p:nvPr/>
        </p:nvSpPr>
        <p:spPr>
          <a:xfrm>
            <a:off x="598680" y="1304280"/>
            <a:ext cx="609444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Pomodoro &amp; Study Session System</a:t>
            </a:r>
            <a:endParaRPr lang="en-US" sz="1600" b="0" u="none" strike="noStrike">
              <a:solidFill>
                <a:srgbClr val="000000"/>
              </a:solidFill>
              <a:effectLst/>
              <a:uFillTx/>
              <a:latin typeface="Arial"/>
            </a:endParaRPr>
          </a:p>
        </p:txBody>
      </p:sp>
      <p:sp>
        <p:nvSpPr>
          <p:cNvPr id="506" name="TextBox 6"/>
          <p:cNvSpPr/>
          <p:nvPr/>
        </p:nvSpPr>
        <p:spPr>
          <a:xfrm>
            <a:off x="598680" y="1643040"/>
            <a:ext cx="6094440" cy="434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Acadia includes advanced study session tracking.</a:t>
            </a:r>
            <a:endParaRPr lang="en-US" sz="1800" b="0" u="none" strike="noStrike">
              <a:solidFill>
                <a:srgbClr val="000000"/>
              </a:solidFill>
              <a:effectLst/>
              <a:uFillTx/>
              <a:latin typeface="Arial"/>
            </a:endParaRPr>
          </a:p>
          <a:p>
            <a:pPr defTabSz="914400">
              <a:lnSpc>
                <a:spcPct val="100000"/>
              </a:lnSpc>
            </a:pPr>
            <a:r>
              <a:rPr lang="en-QA" sz="1800" b="0" u="none" strike="noStrike">
                <a:solidFill>
                  <a:schemeClr val="dk1"/>
                </a:solidFill>
                <a:effectLst/>
                <a:uFillTx/>
                <a:latin typeface="Calibri"/>
              </a:rPr>
              <a:t>Supported modes:</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Pomodoro sessions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Deep-work sessions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Review sessions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Features:</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Focus/break cycles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Timer persistence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Session recovery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Productivity tracking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Realtime analytics updates</a:t>
            </a:r>
            <a:endParaRPr lang="en-US" sz="1800" b="0" u="none" strike="noStrike">
              <a:solidFill>
                <a:srgbClr val="000000"/>
              </a:solidFill>
              <a:effectLst/>
              <a:uFillTx/>
              <a:latin typeface="Arial"/>
            </a:endParaRPr>
          </a:p>
        </p:txBody>
      </p:sp>
      <p:pic>
        <p:nvPicPr>
          <p:cNvPr id="507" name="Picture 10"/>
          <p:cNvPicPr/>
          <p:nvPr/>
        </p:nvPicPr>
        <p:blipFill>
          <a:blip r:embed="rId3"/>
          <a:stretch/>
        </p:blipFill>
        <p:spPr>
          <a:xfrm>
            <a:off x="4067280" y="1981440"/>
            <a:ext cx="8071560" cy="3940920"/>
          </a:xfrm>
          <a:prstGeom prst="rect">
            <a:avLst/>
          </a:prstGeom>
          <a:noFill/>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09" name="TextBox 2"/>
          <p:cNvSpPr/>
          <p:nvPr/>
        </p:nvSpPr>
        <p:spPr>
          <a:xfrm>
            <a:off x="707040" y="87588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Academic Analytics Engine</a:t>
            </a:r>
            <a:endParaRPr lang="en-US" sz="1800" b="0" u="none" strike="noStrike">
              <a:solidFill>
                <a:srgbClr val="000000"/>
              </a:solidFill>
              <a:effectLst/>
              <a:uFillTx/>
              <a:latin typeface="Arial"/>
            </a:endParaRPr>
          </a:p>
        </p:txBody>
      </p:sp>
      <p:sp>
        <p:nvSpPr>
          <p:cNvPr id="510" name="TextBox 4"/>
          <p:cNvSpPr/>
          <p:nvPr/>
        </p:nvSpPr>
        <p:spPr>
          <a:xfrm>
            <a:off x="707040" y="1245240"/>
            <a:ext cx="609444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Academic Analytics System</a:t>
            </a:r>
            <a:endParaRPr lang="en-US" sz="1600" b="0" u="none" strike="noStrike">
              <a:solidFill>
                <a:srgbClr val="000000"/>
              </a:solidFill>
              <a:effectLst/>
              <a:uFillTx/>
              <a:latin typeface="Arial"/>
            </a:endParaRPr>
          </a:p>
        </p:txBody>
      </p:sp>
      <p:sp>
        <p:nvSpPr>
          <p:cNvPr id="511" name="TextBox 6"/>
          <p:cNvSpPr/>
          <p:nvPr/>
        </p:nvSpPr>
        <p:spPr>
          <a:xfrm>
            <a:off x="707040" y="1670400"/>
            <a:ext cx="6094440" cy="21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Acadia calculates academic metrics in realtime.</a:t>
            </a: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The analytics engine evaluates:</a:t>
            </a:r>
            <a:endParaRPr lang="en-US" sz="1600" b="0" u="none" strike="noStrike">
              <a:solidFill>
                <a:srgbClr val="000000"/>
              </a:solidFill>
              <a:effectLst/>
              <a:uFillTx/>
              <a:latin typeface="Arial"/>
            </a:endParaRPr>
          </a:p>
          <a:p>
            <a:pPr marL="285840" indent="-285840" defTabSz="914400">
              <a:lnSpc>
                <a:spcPct val="100000"/>
              </a:lnSpc>
              <a:buClr>
                <a:srgbClr val="3E3E3E"/>
              </a:buClr>
              <a:buFont typeface="Arial"/>
              <a:buChar char="•"/>
            </a:pPr>
            <a:r>
              <a:rPr lang="en-QA" sz="1600" b="0" u="none" strike="noStrike">
                <a:solidFill>
                  <a:schemeClr val="dk1"/>
                </a:solidFill>
                <a:effectLst/>
                <a:uFillTx/>
                <a:latin typeface="Calibri"/>
              </a:rPr>
              <a:t>GPA trends </a:t>
            </a:r>
            <a:endParaRPr lang="en-US" sz="1600" b="0" u="none" strike="noStrike">
              <a:solidFill>
                <a:srgbClr val="000000"/>
              </a:solidFill>
              <a:effectLst/>
              <a:uFillTx/>
              <a:latin typeface="Arial"/>
            </a:endParaRPr>
          </a:p>
          <a:p>
            <a:pPr marL="285840" indent="-285840" defTabSz="914400">
              <a:lnSpc>
                <a:spcPct val="100000"/>
              </a:lnSpc>
              <a:buClr>
                <a:srgbClr val="3E3E3E"/>
              </a:buClr>
              <a:buFont typeface="Arial"/>
              <a:buChar char="•"/>
            </a:pPr>
            <a:r>
              <a:rPr lang="en-QA" sz="1600" b="0" u="none" strike="noStrike">
                <a:solidFill>
                  <a:schemeClr val="dk1"/>
                </a:solidFill>
                <a:effectLst/>
                <a:uFillTx/>
                <a:latin typeface="Calibri"/>
              </a:rPr>
              <a:t>Workload pressure </a:t>
            </a:r>
            <a:endParaRPr lang="en-US" sz="1600" b="0" u="none" strike="noStrike">
              <a:solidFill>
                <a:srgbClr val="000000"/>
              </a:solidFill>
              <a:effectLst/>
              <a:uFillTx/>
              <a:latin typeface="Arial"/>
            </a:endParaRPr>
          </a:p>
          <a:p>
            <a:pPr marL="285840" indent="-285840" defTabSz="914400">
              <a:lnSpc>
                <a:spcPct val="100000"/>
              </a:lnSpc>
              <a:buClr>
                <a:srgbClr val="3E3E3E"/>
              </a:buClr>
              <a:buFont typeface="Arial"/>
              <a:buChar char="•"/>
            </a:pPr>
            <a:r>
              <a:rPr lang="en-QA" sz="1600" b="0" u="none" strike="noStrike">
                <a:solidFill>
                  <a:schemeClr val="dk1"/>
                </a:solidFill>
                <a:effectLst/>
                <a:uFillTx/>
                <a:latin typeface="Calibri"/>
              </a:rPr>
              <a:t>Study consistency </a:t>
            </a:r>
            <a:endParaRPr lang="en-US" sz="1600" b="0" u="none" strike="noStrike">
              <a:solidFill>
                <a:srgbClr val="000000"/>
              </a:solidFill>
              <a:effectLst/>
              <a:uFillTx/>
              <a:latin typeface="Arial"/>
            </a:endParaRPr>
          </a:p>
          <a:p>
            <a:pPr marL="285840" indent="-285840" defTabSz="914400">
              <a:lnSpc>
                <a:spcPct val="100000"/>
              </a:lnSpc>
              <a:buClr>
                <a:srgbClr val="3E3E3E"/>
              </a:buClr>
              <a:buFont typeface="Arial"/>
              <a:buChar char="•"/>
            </a:pPr>
            <a:r>
              <a:rPr lang="en-QA" sz="1600" b="0" u="none" strike="noStrike">
                <a:solidFill>
                  <a:schemeClr val="dk1"/>
                </a:solidFill>
                <a:effectLst/>
                <a:uFillTx/>
                <a:latin typeface="Calibri"/>
              </a:rPr>
              <a:t>Task completion rate </a:t>
            </a:r>
            <a:endParaRPr lang="en-US" sz="1600" b="0" u="none" strike="noStrike">
              <a:solidFill>
                <a:srgbClr val="000000"/>
              </a:solidFill>
              <a:effectLst/>
              <a:uFillTx/>
              <a:latin typeface="Arial"/>
            </a:endParaRPr>
          </a:p>
          <a:p>
            <a:pPr marL="285840" indent="-285840" defTabSz="914400">
              <a:lnSpc>
                <a:spcPct val="100000"/>
              </a:lnSpc>
              <a:buClr>
                <a:srgbClr val="3E3E3E"/>
              </a:buClr>
              <a:buFont typeface="Arial"/>
              <a:buChar char="•"/>
            </a:pPr>
            <a:r>
              <a:rPr lang="en-QA" sz="1600" b="0" u="none" strike="noStrike">
                <a:solidFill>
                  <a:schemeClr val="dk1"/>
                </a:solidFill>
                <a:effectLst/>
                <a:uFillTx/>
                <a:latin typeface="Calibri"/>
              </a:rPr>
              <a:t>Stress trends </a:t>
            </a:r>
            <a:endParaRPr lang="en-US" sz="1600" b="0" u="none" strike="noStrike">
              <a:solidFill>
                <a:srgbClr val="000000"/>
              </a:solidFill>
              <a:effectLst/>
              <a:uFillTx/>
              <a:latin typeface="Arial"/>
            </a:endParaRPr>
          </a:p>
          <a:p>
            <a:pPr marL="285840" indent="-285840" defTabSz="914400">
              <a:lnSpc>
                <a:spcPct val="100000"/>
              </a:lnSpc>
              <a:buClr>
                <a:srgbClr val="3E3E3E"/>
              </a:buClr>
              <a:buFont typeface="Arial"/>
              <a:buChar char="•"/>
            </a:pPr>
            <a:r>
              <a:rPr lang="en-QA" sz="1600" b="0" u="none" strike="noStrike">
                <a:solidFill>
                  <a:schemeClr val="dk1"/>
                </a:solidFill>
                <a:effectLst/>
                <a:uFillTx/>
                <a:latin typeface="Calibri"/>
              </a:rPr>
              <a:t>Burnout indicators</a:t>
            </a:r>
            <a:endParaRPr lang="en-US" sz="1600" b="0" u="none" strike="noStrike">
              <a:solidFill>
                <a:srgbClr val="000000"/>
              </a:solidFill>
              <a:effectLst/>
              <a:uFillTx/>
              <a:latin typeface="Arial"/>
            </a:endParaRPr>
          </a:p>
        </p:txBody>
      </p:sp>
      <p:pic>
        <p:nvPicPr>
          <p:cNvPr id="512" name="Picture 8"/>
          <p:cNvPicPr/>
          <p:nvPr/>
        </p:nvPicPr>
        <p:blipFill>
          <a:blip r:embed="rId3"/>
          <a:stretch/>
        </p:blipFill>
        <p:spPr>
          <a:xfrm>
            <a:off x="707040" y="3794040"/>
            <a:ext cx="4871880" cy="1906920"/>
          </a:xfrm>
          <a:prstGeom prst="rect">
            <a:avLst/>
          </a:prstGeom>
          <a:noFill/>
          <a:ln w="0">
            <a:noFill/>
          </a:ln>
        </p:spPr>
      </p:pic>
      <p:pic>
        <p:nvPicPr>
          <p:cNvPr id="513" name="Picture 15"/>
          <p:cNvPicPr/>
          <p:nvPr/>
        </p:nvPicPr>
        <p:blipFill>
          <a:blip r:embed="rId4"/>
          <a:stretch/>
        </p:blipFill>
        <p:spPr>
          <a:xfrm>
            <a:off x="4786200" y="1068840"/>
            <a:ext cx="7332120" cy="357984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15" name="TextBox 2"/>
          <p:cNvSpPr/>
          <p:nvPr/>
        </p:nvSpPr>
        <p:spPr>
          <a:xfrm>
            <a:off x="645120" y="87588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Academic Risk Engine</a:t>
            </a:r>
            <a:endParaRPr lang="en-US" sz="1800" b="0" u="none" strike="noStrike">
              <a:solidFill>
                <a:srgbClr val="000000"/>
              </a:solidFill>
              <a:effectLst/>
              <a:uFillTx/>
              <a:latin typeface="Arial"/>
            </a:endParaRPr>
          </a:p>
        </p:txBody>
      </p:sp>
      <p:sp>
        <p:nvSpPr>
          <p:cNvPr id="516" name="TextBox 4"/>
          <p:cNvSpPr/>
          <p:nvPr/>
        </p:nvSpPr>
        <p:spPr>
          <a:xfrm>
            <a:off x="645120" y="1167480"/>
            <a:ext cx="609444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Academic Risk Detection System</a:t>
            </a:r>
            <a:endParaRPr lang="en-US" sz="1600" b="0" u="none" strike="noStrike">
              <a:solidFill>
                <a:srgbClr val="000000"/>
              </a:solidFill>
              <a:effectLst/>
              <a:uFillTx/>
              <a:latin typeface="Arial"/>
            </a:endParaRPr>
          </a:p>
        </p:txBody>
      </p:sp>
      <p:sp>
        <p:nvSpPr>
          <p:cNvPr id="517" name="TextBox 6"/>
          <p:cNvSpPr/>
          <p:nvPr/>
        </p:nvSpPr>
        <p:spPr>
          <a:xfrm>
            <a:off x="575280" y="1506240"/>
            <a:ext cx="4902840" cy="2554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Acadia evaluates academic risk levels using behavioral and productivity indicators.</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The system analyzes:</a:t>
            </a:r>
            <a:endParaRPr lang="en-US" sz="1600" b="0" u="none" strike="noStrike">
              <a:solidFill>
                <a:srgbClr val="000000"/>
              </a:solidFill>
              <a:effectLst/>
              <a:uFillTx/>
              <a:latin typeface="Arial"/>
            </a:endParaRPr>
          </a:p>
          <a:p>
            <a:pPr marL="343080" indent="-343080" defTabSz="914400">
              <a:lnSpc>
                <a:spcPct val="100000"/>
              </a:lnSpc>
              <a:buClr>
                <a:srgbClr val="3E3E3E"/>
              </a:buClr>
              <a:buFont typeface="Calibri Light"/>
              <a:buAutoNum type="arabicPeriod"/>
            </a:pPr>
            <a:r>
              <a:rPr lang="en-QA" sz="1600" b="0" u="none" strike="noStrike">
                <a:solidFill>
                  <a:schemeClr val="dk1"/>
                </a:solidFill>
                <a:effectLst/>
                <a:uFillTx/>
                <a:latin typeface="Calibri"/>
              </a:rPr>
              <a:t>Overdue tasks </a:t>
            </a:r>
            <a:endParaRPr lang="en-US" sz="1600" b="0" u="none" strike="noStrike">
              <a:solidFill>
                <a:srgbClr val="000000"/>
              </a:solidFill>
              <a:effectLst/>
              <a:uFillTx/>
              <a:latin typeface="Arial"/>
            </a:endParaRPr>
          </a:p>
          <a:p>
            <a:pPr marL="343080" indent="-343080" defTabSz="914400">
              <a:lnSpc>
                <a:spcPct val="100000"/>
              </a:lnSpc>
              <a:buClr>
                <a:srgbClr val="3E3E3E"/>
              </a:buClr>
              <a:buFont typeface="Calibri Light"/>
              <a:buAutoNum type="arabicPeriod"/>
            </a:pPr>
            <a:r>
              <a:rPr lang="en-QA" sz="1600" b="0" u="none" strike="noStrike">
                <a:solidFill>
                  <a:schemeClr val="dk1"/>
                </a:solidFill>
                <a:effectLst/>
                <a:uFillTx/>
                <a:latin typeface="Calibri"/>
              </a:rPr>
              <a:t>GPA decline </a:t>
            </a:r>
            <a:endParaRPr lang="en-US" sz="1600" b="0" u="none" strike="noStrike">
              <a:solidFill>
                <a:srgbClr val="000000"/>
              </a:solidFill>
              <a:effectLst/>
              <a:uFillTx/>
              <a:latin typeface="Arial"/>
            </a:endParaRPr>
          </a:p>
          <a:p>
            <a:pPr marL="343080" indent="-343080" defTabSz="914400">
              <a:lnSpc>
                <a:spcPct val="100000"/>
              </a:lnSpc>
              <a:buClr>
                <a:srgbClr val="3E3E3E"/>
              </a:buClr>
              <a:buFont typeface="Calibri Light"/>
              <a:buAutoNum type="arabicPeriod"/>
            </a:pPr>
            <a:r>
              <a:rPr lang="en-QA" sz="1600" b="0" u="none" strike="noStrike">
                <a:solidFill>
                  <a:schemeClr val="dk1"/>
                </a:solidFill>
                <a:effectLst/>
                <a:uFillTx/>
                <a:latin typeface="Calibri"/>
              </a:rPr>
              <a:t>Stress escalation </a:t>
            </a:r>
            <a:endParaRPr lang="en-US" sz="1600" b="0" u="none" strike="noStrike">
              <a:solidFill>
                <a:srgbClr val="000000"/>
              </a:solidFill>
              <a:effectLst/>
              <a:uFillTx/>
              <a:latin typeface="Arial"/>
            </a:endParaRPr>
          </a:p>
          <a:p>
            <a:pPr marL="343080" indent="-343080" defTabSz="914400">
              <a:lnSpc>
                <a:spcPct val="100000"/>
              </a:lnSpc>
              <a:buClr>
                <a:srgbClr val="3E3E3E"/>
              </a:buClr>
              <a:buFont typeface="Calibri Light"/>
              <a:buAutoNum type="arabicPeriod"/>
            </a:pPr>
            <a:r>
              <a:rPr lang="en-QA" sz="1600" b="0" u="none" strike="noStrike">
                <a:solidFill>
                  <a:schemeClr val="dk1"/>
                </a:solidFill>
                <a:effectLst/>
                <a:uFillTx/>
                <a:latin typeface="Calibri"/>
              </a:rPr>
              <a:t>Workload pressure </a:t>
            </a:r>
            <a:endParaRPr lang="en-US" sz="1600" b="0" u="none" strike="noStrike">
              <a:solidFill>
                <a:srgbClr val="000000"/>
              </a:solidFill>
              <a:effectLst/>
              <a:uFillTx/>
              <a:latin typeface="Arial"/>
            </a:endParaRPr>
          </a:p>
          <a:p>
            <a:pPr marL="343080" indent="-343080" defTabSz="914400">
              <a:lnSpc>
                <a:spcPct val="100000"/>
              </a:lnSpc>
              <a:buClr>
                <a:srgbClr val="3E3E3E"/>
              </a:buClr>
              <a:buFont typeface="Calibri Light"/>
              <a:buAutoNum type="arabicPeriod"/>
            </a:pPr>
            <a:r>
              <a:rPr lang="en-QA" sz="1600" b="0" u="none" strike="noStrike">
                <a:solidFill>
                  <a:schemeClr val="dk1"/>
                </a:solidFill>
                <a:effectLst/>
                <a:uFillTx/>
                <a:latin typeface="Calibri"/>
              </a:rPr>
              <a:t>Low study consistency </a:t>
            </a:r>
            <a:endParaRPr lang="en-US" sz="1600" b="0" u="none" strike="noStrike">
              <a:solidFill>
                <a:srgbClr val="000000"/>
              </a:solidFill>
              <a:effectLst/>
              <a:uFillTx/>
              <a:latin typeface="Arial"/>
            </a:endParaRPr>
          </a:p>
          <a:p>
            <a:pPr marL="343080" indent="-343080" defTabSz="914400">
              <a:lnSpc>
                <a:spcPct val="100000"/>
              </a:lnSpc>
              <a:buClr>
                <a:srgbClr val="3E3E3E"/>
              </a:buClr>
              <a:buFont typeface="Calibri Light"/>
              <a:buAutoNum type="arabicPeriod"/>
            </a:pPr>
            <a:r>
              <a:rPr lang="en-QA" sz="1600" b="0" u="none" strike="noStrike">
                <a:solidFill>
                  <a:schemeClr val="dk1"/>
                </a:solidFill>
                <a:effectLst/>
                <a:uFillTx/>
                <a:latin typeface="Calibri"/>
              </a:rPr>
              <a:t>Missed deadlines</a:t>
            </a:r>
            <a:endParaRPr lang="en-US" sz="1600" b="0" u="none" strike="noStrike">
              <a:solidFill>
                <a:srgbClr val="000000"/>
              </a:solidFill>
              <a:effectLst/>
              <a:uFillTx/>
              <a:latin typeface="Arial"/>
            </a:endParaRPr>
          </a:p>
        </p:txBody>
      </p:sp>
      <p:pic>
        <p:nvPicPr>
          <p:cNvPr id="518" name="Picture 8"/>
          <p:cNvPicPr/>
          <p:nvPr/>
        </p:nvPicPr>
        <p:blipFill>
          <a:blip r:embed="rId3"/>
          <a:stretch/>
        </p:blipFill>
        <p:spPr>
          <a:xfrm>
            <a:off x="645120" y="4167720"/>
            <a:ext cx="6913080" cy="852480"/>
          </a:xfrm>
          <a:prstGeom prst="rect">
            <a:avLst/>
          </a:prstGeom>
          <a:noFill/>
          <a:ln w="0">
            <a:noFill/>
          </a:ln>
        </p:spPr>
      </p:pic>
      <p:graphicFrame>
        <p:nvGraphicFramePr>
          <p:cNvPr id="519" name="Table 10"/>
          <p:cNvGraphicFramePr/>
          <p:nvPr/>
        </p:nvGraphicFramePr>
        <p:xfrm>
          <a:off x="645120" y="5100480"/>
          <a:ext cx="5831280" cy="1532160"/>
        </p:xfrm>
        <a:graphic>
          <a:graphicData uri="http://schemas.openxmlformats.org/drawingml/2006/table">
            <a:tbl>
              <a:tblPr/>
              <a:tblGrid>
                <a:gridCol w="2915640">
                  <a:extLst>
                    <a:ext uri="{9D8B030D-6E8A-4147-A177-3AD203B41FA5}">
                      <a16:colId xmlns:a16="http://schemas.microsoft.com/office/drawing/2014/main" val="20000"/>
                    </a:ext>
                  </a:extLst>
                </a:gridCol>
                <a:gridCol w="2915640">
                  <a:extLst>
                    <a:ext uri="{9D8B030D-6E8A-4147-A177-3AD203B41FA5}">
                      <a16:colId xmlns:a16="http://schemas.microsoft.com/office/drawing/2014/main" val="20001"/>
                    </a:ext>
                  </a:extLst>
                </a:gridCol>
              </a:tblGrid>
              <a:tr h="383040">
                <a:tc>
                  <a:txBody>
                    <a:bodyPr/>
                    <a:lstStyle/>
                    <a:p>
                      <a:pPr defTabSz="914400">
                        <a:lnSpc>
                          <a:spcPct val="100000"/>
                        </a:lnSpc>
                      </a:pPr>
                      <a:r>
                        <a:rPr lang="en-QA" sz="1800" b="0" u="none" strike="noStrike">
                          <a:solidFill>
                            <a:schemeClr val="lt1"/>
                          </a:solidFill>
                          <a:effectLst/>
                          <a:uFillTx/>
                          <a:latin typeface="Calibri"/>
                        </a:rPr>
                        <a:t>Score</a:t>
                      </a:r>
                      <a:endParaRPr lang="en-US" sz="1800" b="0" u="none" strike="noStrike">
                        <a:solidFill>
                          <a:srgbClr val="FFFFFF"/>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solidFill>
                      <a:schemeClr val="accent1"/>
                    </a:solidFill>
                  </a:tcPr>
                </a:tc>
                <a:tc>
                  <a:txBody>
                    <a:bodyPr/>
                    <a:lstStyle/>
                    <a:p>
                      <a:pPr defTabSz="914400">
                        <a:lnSpc>
                          <a:spcPct val="100000"/>
                        </a:lnSpc>
                      </a:pPr>
                      <a:r>
                        <a:rPr lang="en-QA" sz="1800" b="0" u="none" strike="noStrike">
                          <a:solidFill>
                            <a:schemeClr val="lt1"/>
                          </a:solidFill>
                          <a:effectLst/>
                          <a:uFillTx/>
                          <a:latin typeface="Calibri"/>
                        </a:rPr>
                        <a:t>Risk Level</a:t>
                      </a:r>
                      <a:endParaRPr lang="en-US" sz="1800" b="0" u="none" strike="noStrike">
                        <a:solidFill>
                          <a:srgbClr val="FFFFFF"/>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solidFill>
                      <a:schemeClr val="accent1"/>
                    </a:solidFill>
                  </a:tcPr>
                </a:tc>
                <a:extLst>
                  <a:ext uri="{0D108BD9-81ED-4DB2-BD59-A6C34878D82A}">
                    <a16:rowId xmlns:a16="http://schemas.microsoft.com/office/drawing/2014/main" val="10000"/>
                  </a:ext>
                </a:extLst>
              </a:tr>
              <a:tr h="383040">
                <a:tc>
                  <a:txBody>
                    <a:bodyPr/>
                    <a:lstStyle/>
                    <a:p>
                      <a:pPr defTabSz="914400">
                        <a:lnSpc>
                          <a:spcPct val="100000"/>
                        </a:lnSpc>
                      </a:pPr>
                      <a:r>
                        <a:rPr lang="en-QA" sz="1800" b="0" u="none" strike="noStrike">
                          <a:solidFill>
                            <a:schemeClr val="dk1"/>
                          </a:solidFill>
                          <a:effectLst/>
                          <a:uFillTx/>
                          <a:latin typeface="Calibri"/>
                        </a:rPr>
                        <a:t>0–30</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Low Risk</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1"/>
                  </a:ext>
                </a:extLst>
              </a:tr>
              <a:tr h="383040">
                <a:tc>
                  <a:txBody>
                    <a:bodyPr/>
                    <a:lstStyle/>
                    <a:p>
                      <a:pPr defTabSz="914400">
                        <a:lnSpc>
                          <a:spcPct val="100000"/>
                        </a:lnSpc>
                      </a:pPr>
                      <a:r>
                        <a:rPr lang="en-QA" sz="1800" b="0" u="none" strike="noStrike">
                          <a:solidFill>
                            <a:schemeClr val="dk1"/>
                          </a:solidFill>
                          <a:effectLst/>
                          <a:uFillTx/>
                          <a:latin typeface="Calibri"/>
                        </a:rPr>
                        <a:t>31–60</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Moderate Risk</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2"/>
                  </a:ext>
                </a:extLst>
              </a:tr>
              <a:tr h="383040">
                <a:tc>
                  <a:txBody>
                    <a:bodyPr/>
                    <a:lstStyle/>
                    <a:p>
                      <a:pPr defTabSz="914400">
                        <a:lnSpc>
                          <a:spcPct val="100000"/>
                        </a:lnSpc>
                      </a:pPr>
                      <a:r>
                        <a:rPr lang="en-QA" sz="1800" b="0" u="none" strike="noStrike">
                          <a:solidFill>
                            <a:schemeClr val="dk1"/>
                          </a:solidFill>
                          <a:effectLst/>
                          <a:uFillTx/>
                          <a:latin typeface="Calibri"/>
                        </a:rPr>
                        <a:t>61–100</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High Risk</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3"/>
                  </a:ext>
                </a:extLst>
              </a:tr>
            </a:tbl>
          </a:graphicData>
        </a:graphic>
      </p:graphicFrame>
      <p:pic>
        <p:nvPicPr>
          <p:cNvPr id="520" name="Picture 12"/>
          <p:cNvPicPr/>
          <p:nvPr/>
        </p:nvPicPr>
        <p:blipFill>
          <a:blip r:embed="rId4"/>
          <a:stretch/>
        </p:blipFill>
        <p:spPr>
          <a:xfrm>
            <a:off x="5329440" y="0"/>
            <a:ext cx="5751360" cy="3834000"/>
          </a:xfrm>
          <a:prstGeom prst="rect">
            <a:avLst/>
          </a:prstGeom>
          <a:noFill/>
          <a:ln w="0">
            <a:noFill/>
          </a:ln>
        </p:spPr>
      </p:pic>
      <p:pic>
        <p:nvPicPr>
          <p:cNvPr id="521" name="Picture 14"/>
          <p:cNvPicPr/>
          <p:nvPr/>
        </p:nvPicPr>
        <p:blipFill>
          <a:blip r:embed="rId5"/>
          <a:stretch/>
        </p:blipFill>
        <p:spPr>
          <a:xfrm>
            <a:off x="7463160" y="3639240"/>
            <a:ext cx="1463400" cy="3165840"/>
          </a:xfrm>
          <a:prstGeom prst="rect">
            <a:avLst/>
          </a:prstGeom>
          <a:noFill/>
          <a:ln w="0">
            <a:noFill/>
          </a:ln>
        </p:spPr>
      </p:pic>
      <p:pic>
        <p:nvPicPr>
          <p:cNvPr id="522" name="Picture 16"/>
          <p:cNvPicPr/>
          <p:nvPr/>
        </p:nvPicPr>
        <p:blipFill>
          <a:blip r:embed="rId6"/>
          <a:stretch/>
        </p:blipFill>
        <p:spPr>
          <a:xfrm>
            <a:off x="8982000" y="3639240"/>
            <a:ext cx="1463400" cy="3165840"/>
          </a:xfrm>
          <a:prstGeom prst="rect">
            <a:avLst/>
          </a:prstGeom>
          <a:noFill/>
          <a:ln w="0">
            <a:noFill/>
          </a:ln>
        </p:spPr>
      </p:pic>
      <p:pic>
        <p:nvPicPr>
          <p:cNvPr id="523" name="Picture 18"/>
          <p:cNvPicPr/>
          <p:nvPr/>
        </p:nvPicPr>
        <p:blipFill>
          <a:blip r:embed="rId7"/>
          <a:stretch/>
        </p:blipFill>
        <p:spPr>
          <a:xfrm>
            <a:off x="10514520" y="3636000"/>
            <a:ext cx="1463400" cy="3169440"/>
          </a:xfrm>
          <a:prstGeom prst="rect">
            <a:avLst/>
          </a:prstGeom>
          <a:noFill/>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25" name="TextBox 2"/>
          <p:cNvSpPr/>
          <p:nvPr/>
        </p:nvSpPr>
        <p:spPr>
          <a:xfrm>
            <a:off x="653040" y="94536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AI Assistant</a:t>
            </a:r>
            <a:endParaRPr lang="en-US" sz="1800" b="0" u="none" strike="noStrike">
              <a:solidFill>
                <a:srgbClr val="000000"/>
              </a:solidFill>
              <a:effectLst/>
              <a:uFillTx/>
              <a:latin typeface="Arial"/>
            </a:endParaRPr>
          </a:p>
        </p:txBody>
      </p:sp>
      <p:sp>
        <p:nvSpPr>
          <p:cNvPr id="526" name="TextBox 4"/>
          <p:cNvSpPr/>
          <p:nvPr/>
        </p:nvSpPr>
        <p:spPr>
          <a:xfrm>
            <a:off x="653040" y="1314720"/>
            <a:ext cx="609444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AI Assistant &amp; Recommendation System</a:t>
            </a:r>
            <a:endParaRPr lang="en-US" sz="1600" b="0" u="none" strike="noStrike">
              <a:solidFill>
                <a:srgbClr val="000000"/>
              </a:solidFill>
              <a:effectLst/>
              <a:uFillTx/>
              <a:latin typeface="Arial"/>
            </a:endParaRPr>
          </a:p>
        </p:txBody>
      </p:sp>
      <p:sp>
        <p:nvSpPr>
          <p:cNvPr id="527" name="TextBox 6"/>
          <p:cNvSpPr/>
          <p:nvPr/>
        </p:nvSpPr>
        <p:spPr>
          <a:xfrm>
            <a:off x="653040" y="1599120"/>
            <a:ext cx="6094440" cy="477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Acadia integrates an AI assistant for academic support.</a:t>
            </a: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The AI system uses:</a:t>
            </a:r>
            <a:endParaRPr lang="en-US" sz="16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600" b="0" u="none" strike="noStrike">
                <a:solidFill>
                  <a:schemeClr val="dk1"/>
                </a:solidFill>
                <a:effectLst/>
                <a:uFillTx/>
                <a:latin typeface="Calibri"/>
              </a:rPr>
              <a:t>Local intent parsing </a:t>
            </a:r>
            <a:endParaRPr lang="en-US" sz="16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600" b="0" u="none" strike="noStrike">
                <a:solidFill>
                  <a:schemeClr val="dk1"/>
                </a:solidFill>
                <a:effectLst/>
                <a:uFillTx/>
                <a:latin typeface="Calibri"/>
              </a:rPr>
              <a:t>Recommendation logic </a:t>
            </a:r>
            <a:endParaRPr lang="en-US" sz="16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600" b="0" u="none" strike="noStrike">
                <a:solidFill>
                  <a:schemeClr val="dk1"/>
                </a:solidFill>
                <a:effectLst/>
                <a:uFillTx/>
                <a:latin typeface="Calibri"/>
              </a:rPr>
              <a:t>Cloud AI fallback using NVIDIA NIM and llama 3.1 </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The assistant helps students:</a:t>
            </a:r>
            <a:endParaRPr lang="en-US" sz="16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600" b="0" u="none" strike="noStrike">
                <a:solidFill>
                  <a:schemeClr val="dk1"/>
                </a:solidFill>
                <a:effectLst/>
                <a:uFillTx/>
                <a:latin typeface="Calibri"/>
              </a:rPr>
              <a:t>Prioritize courses </a:t>
            </a:r>
            <a:endParaRPr lang="en-US" sz="16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600" b="0" u="none" strike="noStrike">
                <a:solidFill>
                  <a:schemeClr val="dk1"/>
                </a:solidFill>
                <a:effectLst/>
                <a:uFillTx/>
                <a:latin typeface="Calibri"/>
              </a:rPr>
              <a:t>Identify weak subjects </a:t>
            </a:r>
            <a:endParaRPr lang="en-US" sz="16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600" b="0" u="none" strike="noStrike">
                <a:solidFill>
                  <a:schemeClr val="dk1"/>
                </a:solidFill>
                <a:effectLst/>
                <a:uFillTx/>
                <a:latin typeface="Calibri"/>
              </a:rPr>
              <a:t>Improve study planning </a:t>
            </a:r>
            <a:endParaRPr lang="en-US" sz="16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600" b="0" u="none" strike="noStrike">
                <a:solidFill>
                  <a:schemeClr val="dk1"/>
                </a:solidFill>
                <a:effectLst/>
                <a:uFillTx/>
                <a:latin typeface="Calibri"/>
              </a:rPr>
              <a:t>Understand productivity trends </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QA" sz="1600" b="1" u="none" strike="noStrike">
                <a:solidFill>
                  <a:schemeClr val="dk1"/>
                </a:solidFill>
                <a:effectLst/>
                <a:uFillTx/>
                <a:latin typeface="Calibri"/>
              </a:rPr>
              <a:t>AI Workflow</a:t>
            </a: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User Query</a:t>
            </a:r>
            <a:br>
              <a:rPr sz="1600"/>
            </a:br>
            <a:r>
              <a:rPr lang="en-QA" sz="1600" b="0" u="none" strike="noStrike">
                <a:solidFill>
                  <a:schemeClr val="dk1"/>
                </a:solidFill>
                <a:effectLst/>
                <a:uFillTx/>
                <a:latin typeface="Calibri"/>
              </a:rPr>
              <a:t>→ Local Intent Engine</a:t>
            </a:r>
            <a:br>
              <a:rPr sz="1600"/>
            </a:br>
            <a:r>
              <a:rPr lang="en-QA" sz="1600" b="0" u="none" strike="noStrike">
                <a:solidFill>
                  <a:schemeClr val="dk1"/>
                </a:solidFill>
                <a:effectLst/>
                <a:uFillTx/>
                <a:latin typeface="Calibri"/>
              </a:rPr>
              <a:t>→ Analytics Evaluation</a:t>
            </a:r>
            <a:br>
              <a:rPr sz="1600"/>
            </a:br>
            <a:r>
              <a:rPr lang="en-QA" sz="1600" b="0" u="none" strike="noStrike">
                <a:solidFill>
                  <a:schemeClr val="dk1"/>
                </a:solidFill>
                <a:effectLst/>
                <a:uFillTx/>
                <a:latin typeface="Calibri"/>
              </a:rPr>
              <a:t>→ AI Recommendation Engine</a:t>
            </a:r>
            <a:br>
              <a:rPr sz="1600"/>
            </a:br>
            <a:r>
              <a:rPr lang="en-QA" sz="1600" b="0" u="none" strike="noStrike">
                <a:solidFill>
                  <a:schemeClr val="dk1"/>
                </a:solidFill>
                <a:effectLst/>
                <a:uFillTx/>
                <a:latin typeface="Calibri"/>
              </a:rPr>
              <a:t>→ Llama 3.1 Fallback</a:t>
            </a:r>
            <a:br>
              <a:rPr sz="1600"/>
            </a:br>
            <a:r>
              <a:rPr lang="en-QA" sz="1600" b="0" u="none" strike="noStrike">
                <a:solidFill>
                  <a:schemeClr val="dk1"/>
                </a:solidFill>
                <a:effectLst/>
                <a:uFillTx/>
                <a:latin typeface="Calibri"/>
              </a:rPr>
              <a:t>→ Response Generation</a:t>
            </a:r>
            <a:endParaRPr lang="en-US" sz="1600" b="0" u="none" strike="noStrike">
              <a:solidFill>
                <a:srgbClr val="000000"/>
              </a:solidFill>
              <a:effectLst/>
              <a:uFillTx/>
              <a:latin typeface="Arial"/>
            </a:endParaRPr>
          </a:p>
        </p:txBody>
      </p:sp>
      <p:pic>
        <p:nvPicPr>
          <p:cNvPr id="528" name="Picture 10"/>
          <p:cNvPicPr/>
          <p:nvPr/>
        </p:nvPicPr>
        <p:blipFill>
          <a:blip r:embed="rId3"/>
          <a:stretch/>
        </p:blipFill>
        <p:spPr>
          <a:xfrm>
            <a:off x="5546160" y="1130040"/>
            <a:ext cx="6549480" cy="436608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30" name="TextBox 2"/>
          <p:cNvSpPr/>
          <p:nvPr/>
        </p:nvSpPr>
        <p:spPr>
          <a:xfrm>
            <a:off x="653040" y="94536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AI Assistant</a:t>
            </a:r>
            <a:endParaRPr lang="en-US" sz="1800" b="0" u="none" strike="noStrike">
              <a:solidFill>
                <a:srgbClr val="000000"/>
              </a:solidFill>
              <a:effectLst/>
              <a:uFillTx/>
              <a:latin typeface="Arial"/>
            </a:endParaRPr>
          </a:p>
        </p:txBody>
      </p:sp>
      <p:sp>
        <p:nvSpPr>
          <p:cNvPr id="531" name="TextBox 4"/>
          <p:cNvSpPr/>
          <p:nvPr/>
        </p:nvSpPr>
        <p:spPr>
          <a:xfrm>
            <a:off x="653040" y="1314720"/>
            <a:ext cx="609444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AI Assistant &amp; Recommendation System</a:t>
            </a:r>
            <a:endParaRPr lang="en-US" sz="1600" b="0" u="none" strike="noStrike">
              <a:solidFill>
                <a:srgbClr val="000000"/>
              </a:solidFill>
              <a:effectLst/>
              <a:uFillTx/>
              <a:latin typeface="Arial"/>
            </a:endParaRPr>
          </a:p>
        </p:txBody>
      </p:sp>
      <p:pic>
        <p:nvPicPr>
          <p:cNvPr id="532" name="Picture 9"/>
          <p:cNvPicPr/>
          <p:nvPr/>
        </p:nvPicPr>
        <p:blipFill>
          <a:blip r:embed="rId3"/>
          <a:stretch/>
        </p:blipFill>
        <p:spPr>
          <a:xfrm>
            <a:off x="653040" y="1653480"/>
            <a:ext cx="10622880" cy="518688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34" name="TextBox 2"/>
          <p:cNvSpPr/>
          <p:nvPr/>
        </p:nvSpPr>
        <p:spPr>
          <a:xfrm>
            <a:off x="699120" y="87588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Realtime Notification System</a:t>
            </a:r>
            <a:endParaRPr lang="en-US" sz="1800" b="0" u="none" strike="noStrike">
              <a:solidFill>
                <a:srgbClr val="000000"/>
              </a:solidFill>
              <a:effectLst/>
              <a:uFillTx/>
              <a:latin typeface="Arial"/>
            </a:endParaRPr>
          </a:p>
        </p:txBody>
      </p:sp>
      <p:sp>
        <p:nvSpPr>
          <p:cNvPr id="535" name="TextBox 4"/>
          <p:cNvSpPr/>
          <p:nvPr/>
        </p:nvSpPr>
        <p:spPr>
          <a:xfrm>
            <a:off x="699120" y="1245240"/>
            <a:ext cx="609552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Smart Notification System</a:t>
            </a:r>
            <a:endParaRPr lang="en-US" sz="1600" b="0" u="none" strike="noStrike">
              <a:solidFill>
                <a:srgbClr val="000000"/>
              </a:solidFill>
              <a:effectLst/>
              <a:uFillTx/>
              <a:latin typeface="Arial"/>
            </a:endParaRPr>
          </a:p>
        </p:txBody>
      </p:sp>
      <p:sp>
        <p:nvSpPr>
          <p:cNvPr id="536" name="TextBox 6"/>
          <p:cNvSpPr/>
          <p:nvPr/>
        </p:nvSpPr>
        <p:spPr>
          <a:xfrm>
            <a:off x="699120" y="1583640"/>
            <a:ext cx="5199120" cy="4647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Acadia includes intelligent realtime notifications.</a:t>
            </a: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Notifications are generated for:</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Overdue tasks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Deadline reminders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High stress levels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Academic risk alerts </a:t>
            </a:r>
            <a:endParaRPr lang="en-US" sz="16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600" b="0" u="none" strike="noStrike">
                <a:solidFill>
                  <a:schemeClr val="dk1"/>
                </a:solidFill>
                <a:effectLst/>
                <a:uFillTx/>
                <a:latin typeface="Calibri"/>
              </a:rPr>
              <a:t>Study recommendations </a:t>
            </a:r>
            <a:endParaRPr lang="en-US" sz="1600" b="0" u="none" strike="noStrike">
              <a:solidFill>
                <a:srgbClr val="000000"/>
              </a:solidFill>
              <a:effectLst/>
              <a:uFillTx/>
              <a:latin typeface="Arial"/>
            </a:endParaRPr>
          </a:p>
          <a:p>
            <a:pPr marL="457200" defTabSz="914400">
              <a:lnSpc>
                <a:spcPct val="100000"/>
              </a:lnSpc>
            </a:pP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Firebase Cloud Messaging is used for push notifications.</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QA" sz="1600" b="1" u="none" strike="noStrike">
                <a:solidFill>
                  <a:schemeClr val="dk1"/>
                </a:solidFill>
                <a:effectLst/>
                <a:uFillTx/>
                <a:latin typeface="Calibri"/>
              </a:rPr>
              <a:t>Notification Flow</a:t>
            </a:r>
            <a:endParaRPr lang="en-US" sz="1600" b="0" u="none" strike="noStrike">
              <a:solidFill>
                <a:srgbClr val="000000"/>
              </a:solidFill>
              <a:effectLst/>
              <a:uFillTx/>
              <a:latin typeface="Arial"/>
            </a:endParaRPr>
          </a:p>
          <a:p>
            <a:pPr defTabSz="914400">
              <a:lnSpc>
                <a:spcPct val="100000"/>
              </a:lnSpc>
            </a:pPr>
            <a:r>
              <a:rPr lang="en-QA" sz="1600" b="0" u="none" strike="noStrike">
                <a:solidFill>
                  <a:schemeClr val="dk1"/>
                </a:solidFill>
                <a:effectLst/>
                <a:uFillTx/>
                <a:latin typeface="Calibri"/>
              </a:rPr>
              <a:t>Risk Engine</a:t>
            </a:r>
            <a:br>
              <a:rPr sz="1600"/>
            </a:br>
            <a:r>
              <a:rPr lang="en-QA" sz="1600" b="0" u="none" strike="noStrike">
                <a:solidFill>
                  <a:schemeClr val="dk1"/>
                </a:solidFill>
                <a:effectLst/>
                <a:uFillTx/>
                <a:latin typeface="Calibri"/>
              </a:rPr>
              <a:t>→ Notification Service</a:t>
            </a:r>
            <a:br>
              <a:rPr sz="1600"/>
            </a:br>
            <a:r>
              <a:rPr lang="en-QA" sz="1600" b="0" u="none" strike="noStrike">
                <a:solidFill>
                  <a:schemeClr val="dk1"/>
                </a:solidFill>
                <a:effectLst/>
                <a:uFillTx/>
                <a:latin typeface="Calibri"/>
              </a:rPr>
              <a:t>→ Firebase Cloud Messaging</a:t>
            </a:r>
            <a:br>
              <a:rPr sz="1600"/>
            </a:br>
            <a:r>
              <a:rPr lang="en-QA" sz="1600" b="0" u="none" strike="noStrike">
                <a:solidFill>
                  <a:schemeClr val="dk1"/>
                </a:solidFill>
                <a:effectLst/>
                <a:uFillTx/>
                <a:latin typeface="Calibri"/>
              </a:rPr>
              <a:t>→ Mobile Device</a:t>
            </a:r>
            <a:br>
              <a:rPr sz="1600"/>
            </a:br>
            <a:r>
              <a:rPr lang="en-QA" sz="1600" b="0" u="none" strike="noStrike">
                <a:solidFill>
                  <a:schemeClr val="dk1"/>
                </a:solidFill>
                <a:effectLst/>
                <a:uFillTx/>
                <a:latin typeface="Calibri"/>
              </a:rPr>
              <a:t>→ User Notification</a:t>
            </a:r>
            <a:endParaRPr lang="en-US" sz="1600" b="0" u="none" strike="noStrike">
              <a:solidFill>
                <a:srgbClr val="000000"/>
              </a:solidFill>
              <a:effectLst/>
              <a:uFillTx/>
              <a:latin typeface="Arial"/>
            </a:endParaRPr>
          </a:p>
        </p:txBody>
      </p:sp>
      <p:pic>
        <p:nvPicPr>
          <p:cNvPr id="537" name="Picture 8"/>
          <p:cNvPicPr/>
          <p:nvPr/>
        </p:nvPicPr>
        <p:blipFill>
          <a:blip r:embed="rId3"/>
          <a:stretch/>
        </p:blipFill>
        <p:spPr>
          <a:xfrm>
            <a:off x="5336640" y="1013040"/>
            <a:ext cx="6813000" cy="446400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39" name="TextBox 2"/>
          <p:cNvSpPr/>
          <p:nvPr/>
        </p:nvSpPr>
        <p:spPr>
          <a:xfrm>
            <a:off x="699120" y="875880"/>
            <a:ext cx="6095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Realtime Notification System</a:t>
            </a:r>
            <a:endParaRPr lang="en-US" sz="1800" b="0" u="none" strike="noStrike">
              <a:solidFill>
                <a:srgbClr val="000000"/>
              </a:solidFill>
              <a:effectLst/>
              <a:uFillTx/>
              <a:latin typeface="Arial"/>
            </a:endParaRPr>
          </a:p>
        </p:txBody>
      </p:sp>
      <p:pic>
        <p:nvPicPr>
          <p:cNvPr id="540" name="Picture 3"/>
          <p:cNvPicPr/>
          <p:nvPr/>
        </p:nvPicPr>
        <p:blipFill>
          <a:blip r:embed="rId3"/>
          <a:stretch/>
        </p:blipFill>
        <p:spPr>
          <a:xfrm>
            <a:off x="475200" y="1368720"/>
            <a:ext cx="11241360" cy="5488920"/>
          </a:xfrm>
          <a:prstGeom prst="rect">
            <a:avLst/>
          </a:prstGeom>
          <a:noFill/>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42" name="TextBox 2"/>
          <p:cNvSpPr/>
          <p:nvPr/>
        </p:nvSpPr>
        <p:spPr>
          <a:xfrm>
            <a:off x="705600" y="965520"/>
            <a:ext cx="60969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Testing &amp; Evaluation</a:t>
            </a:r>
            <a:endParaRPr lang="en-US" sz="1800" b="0" u="none" strike="noStrike">
              <a:solidFill>
                <a:srgbClr val="000000"/>
              </a:solidFill>
              <a:effectLst/>
              <a:uFillTx/>
              <a:latin typeface="Arial"/>
            </a:endParaRPr>
          </a:p>
        </p:txBody>
      </p:sp>
      <p:sp>
        <p:nvSpPr>
          <p:cNvPr id="543" name="TextBox 4"/>
          <p:cNvSpPr/>
          <p:nvPr/>
        </p:nvSpPr>
        <p:spPr>
          <a:xfrm>
            <a:off x="705600" y="1408680"/>
            <a:ext cx="6096960" cy="175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The system was tested using:</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Unit testing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Integration testing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Realtime synchronization testing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Usability testing </a:t>
            </a:r>
            <a:endParaRPr lang="en-US" sz="1800" b="0" u="none" strike="noStrike">
              <a:solidFill>
                <a:srgbClr val="000000"/>
              </a:solidFill>
              <a:effectLst/>
              <a:uFillTx/>
              <a:latin typeface="Arial"/>
            </a:endParaRPr>
          </a:p>
          <a:p>
            <a:pPr marL="743040" lvl="1" indent="-285840" defTabSz="914400">
              <a:lnSpc>
                <a:spcPct val="100000"/>
              </a:lnSpc>
              <a:buClr>
                <a:srgbClr val="3E3E3E"/>
              </a:buClr>
              <a:buFont typeface="Arial"/>
              <a:buChar char="•"/>
            </a:pPr>
            <a:r>
              <a:rPr lang="en-QA" sz="1800" b="0" u="none" strike="noStrike">
                <a:solidFill>
                  <a:schemeClr val="dk1"/>
                </a:solidFill>
                <a:effectLst/>
                <a:uFillTx/>
                <a:latin typeface="Calibri"/>
              </a:rPr>
              <a:t>Scenario-based testing</a:t>
            </a:r>
            <a:endParaRPr lang="en-US" sz="1800" b="0" u="none" strike="noStrike">
              <a:solidFill>
                <a:srgbClr val="000000"/>
              </a:solidFill>
              <a:effectLst/>
              <a:uFillTx/>
              <a:latin typeface="Arial"/>
            </a:endParaRPr>
          </a:p>
        </p:txBody>
      </p:sp>
      <p:graphicFrame>
        <p:nvGraphicFramePr>
          <p:cNvPr id="544" name="Table 5"/>
          <p:cNvGraphicFramePr/>
          <p:nvPr/>
        </p:nvGraphicFramePr>
        <p:xfrm>
          <a:off x="705600" y="3237120"/>
          <a:ext cx="6466320" cy="3204000"/>
        </p:xfrm>
        <a:graphic>
          <a:graphicData uri="http://schemas.openxmlformats.org/drawingml/2006/table">
            <a:tbl>
              <a:tblPr/>
              <a:tblGrid>
                <a:gridCol w="3233160">
                  <a:extLst>
                    <a:ext uri="{9D8B030D-6E8A-4147-A177-3AD203B41FA5}">
                      <a16:colId xmlns:a16="http://schemas.microsoft.com/office/drawing/2014/main" val="20000"/>
                    </a:ext>
                  </a:extLst>
                </a:gridCol>
                <a:gridCol w="3233160">
                  <a:extLst>
                    <a:ext uri="{9D8B030D-6E8A-4147-A177-3AD203B41FA5}">
                      <a16:colId xmlns:a16="http://schemas.microsoft.com/office/drawing/2014/main" val="20001"/>
                    </a:ext>
                  </a:extLst>
                </a:gridCol>
              </a:tblGrid>
              <a:tr h="366120">
                <a:tc>
                  <a:txBody>
                    <a:bodyPr/>
                    <a:lstStyle/>
                    <a:p>
                      <a:pPr defTabSz="914400">
                        <a:lnSpc>
                          <a:spcPct val="100000"/>
                        </a:lnSpc>
                      </a:pPr>
                      <a:r>
                        <a:rPr lang="en-QA" sz="1800" b="0" u="none" strike="noStrike">
                          <a:solidFill>
                            <a:schemeClr val="lt1"/>
                          </a:solidFill>
                          <a:effectLst/>
                          <a:uFillTx/>
                          <a:latin typeface="Calibri"/>
                        </a:rPr>
                        <a:t>Test Scenario</a:t>
                      </a:r>
                      <a:endParaRPr lang="en-US" sz="1800" b="0" u="none" strike="noStrike">
                        <a:solidFill>
                          <a:srgbClr val="FFFFFF"/>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solidFill>
                      <a:schemeClr val="accent1"/>
                    </a:solidFill>
                  </a:tcPr>
                </a:tc>
                <a:tc>
                  <a:txBody>
                    <a:bodyPr/>
                    <a:lstStyle/>
                    <a:p>
                      <a:pPr defTabSz="914400">
                        <a:lnSpc>
                          <a:spcPct val="100000"/>
                        </a:lnSpc>
                      </a:pPr>
                      <a:r>
                        <a:rPr lang="en-QA" sz="1800" b="0" u="none" strike="noStrike">
                          <a:solidFill>
                            <a:schemeClr val="lt1"/>
                          </a:solidFill>
                          <a:effectLst/>
                          <a:uFillTx/>
                          <a:latin typeface="Calibri"/>
                        </a:rPr>
                        <a:t>Result</a:t>
                      </a:r>
                      <a:endParaRPr lang="en-US" sz="1800" b="0" u="none" strike="noStrike">
                        <a:solidFill>
                          <a:srgbClr val="FFFFFF"/>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solidFill>
                      <a:schemeClr val="accent1"/>
                    </a:solidFill>
                  </a:tcPr>
                </a:tc>
                <a:extLst>
                  <a:ext uri="{0D108BD9-81ED-4DB2-BD59-A6C34878D82A}">
                    <a16:rowId xmlns:a16="http://schemas.microsoft.com/office/drawing/2014/main" val="10000"/>
                  </a:ext>
                </a:extLst>
              </a:tr>
              <a:tr h="366120">
                <a:tc>
                  <a:txBody>
                    <a:bodyPr/>
                    <a:lstStyle/>
                    <a:p>
                      <a:pPr defTabSz="914400">
                        <a:lnSpc>
                          <a:spcPct val="100000"/>
                        </a:lnSpc>
                      </a:pPr>
                      <a:r>
                        <a:rPr lang="en-QA" sz="1800" b="0" u="none" strike="noStrike">
                          <a:solidFill>
                            <a:schemeClr val="dk1"/>
                          </a:solidFill>
                          <a:effectLst/>
                          <a:uFillTx/>
                          <a:latin typeface="Calibri"/>
                        </a:rPr>
                        <a:t>Authentication Flow</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Passed</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1"/>
                  </a:ext>
                </a:extLst>
              </a:tr>
              <a:tr h="641160">
                <a:tc>
                  <a:txBody>
                    <a:bodyPr/>
                    <a:lstStyle/>
                    <a:p>
                      <a:pPr defTabSz="914400">
                        <a:lnSpc>
                          <a:spcPct val="100000"/>
                        </a:lnSpc>
                      </a:pPr>
                      <a:r>
                        <a:rPr lang="en-QA" sz="1800" b="0" u="none" strike="noStrike">
                          <a:solidFill>
                            <a:schemeClr val="dk1"/>
                          </a:solidFill>
                          <a:effectLst/>
                          <a:uFillTx/>
                          <a:latin typeface="Calibri"/>
                        </a:rPr>
                        <a:t>Realtime Synchronization</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Passed</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2"/>
                  </a:ext>
                </a:extLst>
              </a:tr>
              <a:tr h="366120">
                <a:tc>
                  <a:txBody>
                    <a:bodyPr/>
                    <a:lstStyle/>
                    <a:p>
                      <a:pPr defTabSz="914400">
                        <a:lnSpc>
                          <a:spcPct val="100000"/>
                        </a:lnSpc>
                      </a:pPr>
                      <a:r>
                        <a:rPr lang="en-QA" sz="1800" b="0" u="none" strike="noStrike">
                          <a:solidFill>
                            <a:schemeClr val="dk1"/>
                          </a:solidFill>
                          <a:effectLst/>
                          <a:uFillTx/>
                          <a:latin typeface="Calibri"/>
                        </a:rPr>
                        <a:t>Study Session Recovery</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Passed</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3"/>
                  </a:ext>
                </a:extLst>
              </a:tr>
              <a:tr h="366120">
                <a:tc>
                  <a:txBody>
                    <a:bodyPr/>
                    <a:lstStyle/>
                    <a:p>
                      <a:pPr defTabSz="914400">
                        <a:lnSpc>
                          <a:spcPct val="100000"/>
                        </a:lnSpc>
                      </a:pPr>
                      <a:r>
                        <a:rPr lang="en-QA" sz="1800" b="0" u="none" strike="noStrike">
                          <a:solidFill>
                            <a:schemeClr val="dk1"/>
                          </a:solidFill>
                          <a:effectLst/>
                          <a:uFillTx/>
                          <a:latin typeface="Calibri"/>
                        </a:rPr>
                        <a:t>Notification Delivery</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Passed</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4"/>
                  </a:ext>
                </a:extLst>
              </a:tr>
              <a:tr h="366120">
                <a:tc>
                  <a:txBody>
                    <a:bodyPr/>
                    <a:lstStyle/>
                    <a:p>
                      <a:pPr defTabSz="914400">
                        <a:lnSpc>
                          <a:spcPct val="100000"/>
                        </a:lnSpc>
                      </a:pPr>
                      <a:r>
                        <a:rPr lang="en-QA" sz="1800" b="0" u="none" strike="noStrike">
                          <a:solidFill>
                            <a:schemeClr val="dk1"/>
                          </a:solidFill>
                          <a:effectLst/>
                          <a:uFillTx/>
                          <a:latin typeface="Calibri"/>
                        </a:rPr>
                        <a:t>Risk Engine Calculations</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Passed</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5"/>
                  </a:ext>
                </a:extLst>
              </a:tr>
              <a:tr h="366120">
                <a:tc>
                  <a:txBody>
                    <a:bodyPr/>
                    <a:lstStyle/>
                    <a:p>
                      <a:pPr defTabSz="914400">
                        <a:lnSpc>
                          <a:spcPct val="100000"/>
                        </a:lnSpc>
                      </a:pPr>
                      <a:r>
                        <a:rPr lang="en-QA" sz="1800" b="0" u="none" strike="noStrike">
                          <a:solidFill>
                            <a:schemeClr val="dk1"/>
                          </a:solidFill>
                          <a:effectLst/>
                          <a:uFillTx/>
                          <a:latin typeface="Calibri"/>
                        </a:rPr>
                        <a:t>Analytics Dashboard</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Passed</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6"/>
                  </a:ext>
                </a:extLst>
              </a:tr>
              <a:tr h="366120">
                <a:tc>
                  <a:txBody>
                    <a:bodyPr/>
                    <a:lstStyle/>
                    <a:p>
                      <a:pPr defTabSz="914400">
                        <a:lnSpc>
                          <a:spcPct val="100000"/>
                        </a:lnSpc>
                      </a:pPr>
                      <a:r>
                        <a:rPr lang="en-QA" sz="1800" b="0" u="none" strike="noStrike">
                          <a:solidFill>
                            <a:schemeClr val="dk1"/>
                          </a:solidFill>
                          <a:effectLst/>
                          <a:uFillTx/>
                          <a:latin typeface="Calibri"/>
                        </a:rPr>
                        <a:t>AI Assistant Responses</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tc>
                  <a:txBody>
                    <a:bodyPr/>
                    <a:lstStyle/>
                    <a:p>
                      <a:pPr defTabSz="914400">
                        <a:lnSpc>
                          <a:spcPct val="100000"/>
                        </a:lnSpc>
                      </a:pPr>
                      <a:r>
                        <a:rPr lang="en-QA" sz="1800" b="0" u="none" strike="noStrike">
                          <a:solidFill>
                            <a:schemeClr val="dk1"/>
                          </a:solidFill>
                          <a:effectLst/>
                          <a:uFillTx/>
                          <a:latin typeface="Calibri"/>
                        </a:rPr>
                        <a:t>Passed</a:t>
                      </a:r>
                      <a:endParaRPr lang="en-US" sz="1800" b="0" u="none" strike="noStrike">
                        <a:solidFill>
                          <a:srgbClr val="000000"/>
                        </a:solidFill>
                        <a:effectLst/>
                        <a:uFillTx/>
                        <a:latin typeface="Arial"/>
                      </a:endParaRPr>
                    </a:p>
                  </a:txBody>
                  <a:tcPr anchor="ctr">
                    <a:lnL w="12240">
                      <a:solidFill>
                        <a:srgbClr val="3E3E3E"/>
                      </a:solidFill>
                      <a:prstDash val="solid"/>
                    </a:lnL>
                    <a:lnR w="12240">
                      <a:solidFill>
                        <a:srgbClr val="3E3E3E"/>
                      </a:solidFill>
                      <a:prstDash val="solid"/>
                    </a:lnR>
                    <a:lnT w="12240">
                      <a:solidFill>
                        <a:srgbClr val="3E3E3E"/>
                      </a:solidFill>
                      <a:prstDash val="solid"/>
                    </a:lnT>
                    <a:lnB w="12240">
                      <a:solidFill>
                        <a:srgbClr val="3E3E3E"/>
                      </a:solidFill>
                      <a:prstDash val="soli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46" name="TextBox 2"/>
          <p:cNvSpPr/>
          <p:nvPr/>
        </p:nvSpPr>
        <p:spPr>
          <a:xfrm>
            <a:off x="705600" y="965520"/>
            <a:ext cx="60969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Testing &amp; Evaluation</a:t>
            </a:r>
            <a:endParaRPr lang="en-US" sz="1800" b="0" u="none" strike="noStrike">
              <a:solidFill>
                <a:srgbClr val="000000"/>
              </a:solidFill>
              <a:effectLst/>
              <a:uFillTx/>
              <a:latin typeface="Arial"/>
            </a:endParaRPr>
          </a:p>
        </p:txBody>
      </p:sp>
      <p:pic>
        <p:nvPicPr>
          <p:cNvPr id="547" name="Picture 3"/>
          <p:cNvPicPr/>
          <p:nvPr/>
        </p:nvPicPr>
        <p:blipFill>
          <a:blip r:embed="rId3"/>
          <a:stretch/>
        </p:blipFill>
        <p:spPr>
          <a:xfrm>
            <a:off x="705600" y="1334880"/>
            <a:ext cx="8166600" cy="1683000"/>
          </a:xfrm>
          <a:prstGeom prst="rect">
            <a:avLst/>
          </a:prstGeom>
          <a:noFill/>
          <a:ln w="0">
            <a:noFill/>
          </a:ln>
        </p:spPr>
      </p:pic>
      <p:pic>
        <p:nvPicPr>
          <p:cNvPr id="548" name="Picture 6"/>
          <p:cNvPicPr/>
          <p:nvPr/>
        </p:nvPicPr>
        <p:blipFill>
          <a:blip r:embed="rId4"/>
          <a:stretch/>
        </p:blipFill>
        <p:spPr>
          <a:xfrm>
            <a:off x="705600" y="3169080"/>
            <a:ext cx="8166960" cy="3545640"/>
          </a:xfrm>
          <a:prstGeom prst="rect">
            <a:avLst/>
          </a:prstGeom>
          <a:noFill/>
          <a:ln w="0">
            <a:noFill/>
          </a:ln>
        </p:spPr>
      </p:pic>
      <p:cxnSp>
        <p:nvCxnSpPr>
          <p:cNvPr id="549" name="Straight Arrow Connector 8"/>
          <p:cNvCxnSpPr/>
          <p:nvPr/>
        </p:nvCxnSpPr>
        <p:spPr>
          <a:xfrm>
            <a:off x="9034560" y="2205000"/>
            <a:ext cx="564120" cy="360"/>
          </a:xfrm>
          <a:prstGeom prst="straightConnector1">
            <a:avLst/>
          </a:prstGeom>
          <a:ln>
            <a:solidFill>
              <a:srgbClr val="A4284B"/>
            </a:solidFill>
            <a:tailEnd type="triangle" w="med" len="med"/>
          </a:ln>
        </p:spPr>
      </p:cxnSp>
      <p:sp>
        <p:nvSpPr>
          <p:cNvPr id="550" name="Rectangle 9"/>
          <p:cNvSpPr/>
          <p:nvPr/>
        </p:nvSpPr>
        <p:spPr>
          <a:xfrm>
            <a:off x="9760680" y="2001240"/>
            <a:ext cx="2201400" cy="407880"/>
          </a:xfrm>
          <a:prstGeom prst="rect">
            <a:avLst/>
          </a:prstGeom>
          <a:solidFill>
            <a:srgbClr val="A4284B"/>
          </a:solidFill>
          <a:ln>
            <a:solidFill>
              <a:srgbClr val="47112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QA" sz="1800" b="0" u="none" strike="noStrike">
                <a:solidFill>
                  <a:schemeClr val="lt1"/>
                </a:solidFill>
                <a:effectLst/>
                <a:uFillTx/>
                <a:latin typeface="Calibri"/>
              </a:rPr>
              <a:t>LOG IN PROCESS</a:t>
            </a:r>
            <a:endParaRPr lang="en-US" sz="1800" b="0" u="none" strike="noStrike">
              <a:solidFill>
                <a:srgbClr val="FFFFFF"/>
              </a:solidFill>
              <a:effectLst/>
              <a:uFillTx/>
              <a:latin typeface="Arial"/>
            </a:endParaRPr>
          </a:p>
        </p:txBody>
      </p:sp>
      <p:cxnSp>
        <p:nvCxnSpPr>
          <p:cNvPr id="551" name="Straight Arrow Connector 10"/>
          <p:cNvCxnSpPr/>
          <p:nvPr/>
        </p:nvCxnSpPr>
        <p:spPr>
          <a:xfrm>
            <a:off x="9034560" y="4813560"/>
            <a:ext cx="564120" cy="360"/>
          </a:xfrm>
          <a:prstGeom prst="straightConnector1">
            <a:avLst/>
          </a:prstGeom>
          <a:ln>
            <a:solidFill>
              <a:srgbClr val="A4284B"/>
            </a:solidFill>
            <a:tailEnd type="triangle" w="med" len="med"/>
          </a:ln>
        </p:spPr>
      </p:cxnSp>
      <p:sp>
        <p:nvSpPr>
          <p:cNvPr id="552" name="Rectangle 12"/>
          <p:cNvSpPr/>
          <p:nvPr/>
        </p:nvSpPr>
        <p:spPr>
          <a:xfrm>
            <a:off x="9760320" y="4609800"/>
            <a:ext cx="2201400" cy="407880"/>
          </a:xfrm>
          <a:prstGeom prst="rect">
            <a:avLst/>
          </a:prstGeom>
          <a:solidFill>
            <a:srgbClr val="A4284B"/>
          </a:solidFill>
          <a:ln>
            <a:solidFill>
              <a:srgbClr val="47112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QA" sz="1800" b="0" u="none" strike="noStrike">
                <a:solidFill>
                  <a:schemeClr val="lt1"/>
                </a:solidFill>
                <a:effectLst/>
                <a:uFillTx/>
                <a:latin typeface="Calibri"/>
              </a:rPr>
              <a:t>USER DATA FETCHING</a:t>
            </a:r>
            <a:endParaRPr lang="en-US" sz="1800" b="0" u="none" strike="noStrike">
              <a:solidFill>
                <a:srgbClr val="FFFFFF"/>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54" name="TextBox 4"/>
          <p:cNvSpPr/>
          <p:nvPr/>
        </p:nvSpPr>
        <p:spPr>
          <a:xfrm>
            <a:off x="712080" y="87588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Deployment &amp; Publishing</a:t>
            </a:r>
            <a:endParaRPr lang="en-US" sz="1800" b="0" u="none" strike="noStrike">
              <a:solidFill>
                <a:srgbClr val="000000"/>
              </a:solidFill>
              <a:effectLst/>
              <a:uFillTx/>
              <a:latin typeface="Arial"/>
            </a:endParaRPr>
          </a:p>
        </p:txBody>
      </p:sp>
      <p:sp>
        <p:nvSpPr>
          <p:cNvPr id="555" name="TextBox 14"/>
          <p:cNvSpPr/>
          <p:nvPr/>
        </p:nvSpPr>
        <p:spPr>
          <a:xfrm>
            <a:off x="712080" y="1315440"/>
            <a:ext cx="6094440" cy="32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Acadia was deployed as a production-ready application.</a:t>
            </a:r>
            <a:endParaRPr lang="en-US" sz="1800" b="0" u="none" strike="noStrike">
              <a:solidFill>
                <a:srgbClr val="000000"/>
              </a:solidFill>
              <a:effectLst/>
              <a:uFillTx/>
              <a:latin typeface="Arial"/>
            </a:endParaRPr>
          </a:p>
          <a:p>
            <a:pPr defTabSz="914400">
              <a:lnSpc>
                <a:spcPct val="100000"/>
              </a:lnSpc>
            </a:pPr>
            <a:r>
              <a:rPr lang="en-QA" sz="1800" b="0" u="none" strike="noStrike">
                <a:solidFill>
                  <a:schemeClr val="dk1"/>
                </a:solidFill>
                <a:effectLst/>
                <a:uFillTx/>
                <a:latin typeface="Calibri"/>
              </a:rPr>
              <a:t>The project includes:</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App store publishing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Production supabase backend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Realtime cloud infrastructure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Mobile deployment pipeline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Github repository </a:t>
            </a:r>
            <a:endParaRPr lang="en-US" sz="1800" b="0" u="none" strike="noStrike">
              <a:solidFill>
                <a:srgbClr val="000000"/>
              </a:solidFill>
              <a:effectLst/>
              <a:uFillTx/>
              <a:latin typeface="Arial"/>
            </a:endParaRPr>
          </a:p>
          <a:p>
            <a:pPr defTabSz="914400">
              <a:lnSpc>
                <a:spcPct val="100000"/>
              </a:lnSpc>
            </a:pPr>
            <a:r>
              <a:rPr lang="en-QA" sz="1800" b="0" u="none" strike="noStrike">
                <a:solidFill>
                  <a:schemeClr val="dk1"/>
                </a:solidFill>
                <a:effectLst/>
                <a:uFillTx/>
                <a:latin typeface="Calibri"/>
              </a:rPr>
              <a:t>A dedicated jury testing account was created.</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pic>
        <p:nvPicPr>
          <p:cNvPr id="556" name="Picture 26"/>
          <p:cNvPicPr/>
          <p:nvPr/>
        </p:nvPicPr>
        <p:blipFill>
          <a:blip r:embed="rId3"/>
          <a:stretch/>
        </p:blipFill>
        <p:spPr>
          <a:xfrm>
            <a:off x="5160240" y="1737360"/>
            <a:ext cx="6875640" cy="4485240"/>
          </a:xfrm>
          <a:prstGeom prst="rect">
            <a:avLst/>
          </a:prstGeom>
          <a:noFill/>
          <a:ln w="0">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58" name="TextBox 4"/>
          <p:cNvSpPr/>
          <p:nvPr/>
        </p:nvSpPr>
        <p:spPr>
          <a:xfrm>
            <a:off x="712080" y="875880"/>
            <a:ext cx="6094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Deployment &amp; Publishing</a:t>
            </a:r>
            <a:endParaRPr lang="en-US" sz="1800" b="0" u="none" strike="noStrike">
              <a:solidFill>
                <a:srgbClr val="000000"/>
              </a:solidFill>
              <a:effectLst/>
              <a:uFillTx/>
              <a:latin typeface="Arial"/>
            </a:endParaRPr>
          </a:p>
        </p:txBody>
      </p:sp>
      <p:sp>
        <p:nvSpPr>
          <p:cNvPr id="559" name="TextBox 2"/>
          <p:cNvSpPr/>
          <p:nvPr/>
        </p:nvSpPr>
        <p:spPr>
          <a:xfrm>
            <a:off x="806760" y="5279760"/>
            <a:ext cx="719388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2800" b="1" u="none" strike="noStrike">
                <a:solidFill>
                  <a:schemeClr val="dk1"/>
                </a:solidFill>
                <a:effectLst/>
                <a:uFillTx/>
                <a:latin typeface="Calibri"/>
              </a:rPr>
              <a:t>Jury Account</a:t>
            </a:r>
            <a:endParaRPr lang="en-US" sz="2800" b="0" u="none" strike="noStrike">
              <a:solidFill>
                <a:srgbClr val="000000"/>
              </a:solidFill>
              <a:effectLst/>
              <a:uFillTx/>
              <a:latin typeface="Arial"/>
            </a:endParaRPr>
          </a:p>
          <a:p>
            <a:pPr defTabSz="914400">
              <a:lnSpc>
                <a:spcPct val="100000"/>
              </a:lnSpc>
            </a:pPr>
            <a:r>
              <a:rPr lang="en-QA" sz="2800" b="1" u="none" strike="noStrike">
                <a:solidFill>
                  <a:schemeClr val="dk1"/>
                </a:solidFill>
                <a:effectLst/>
                <a:uFillTx/>
                <a:latin typeface="Calibri"/>
              </a:rPr>
              <a:t>Email: </a:t>
            </a:r>
            <a:r>
              <a:rPr lang="en-QA" sz="2800" b="0" u="none" strike="noStrike">
                <a:solidFill>
                  <a:schemeClr val="dk1"/>
                </a:solidFill>
                <a:effectLst/>
                <a:uFillTx/>
                <a:latin typeface="Calibri"/>
              </a:rPr>
              <a:t>jury@acadia.app</a:t>
            </a:r>
            <a:br>
              <a:rPr sz="2800"/>
            </a:br>
            <a:r>
              <a:rPr lang="en-QA" sz="2800" b="1" u="none" strike="noStrike">
                <a:solidFill>
                  <a:schemeClr val="dk1"/>
                </a:solidFill>
                <a:effectLst/>
                <a:uFillTx/>
                <a:latin typeface="Calibri"/>
              </a:rPr>
              <a:t>Password: </a:t>
            </a:r>
            <a:r>
              <a:rPr lang="en-QA" sz="2800" b="0" u="none" strike="noStrike">
                <a:solidFill>
                  <a:schemeClr val="dk1"/>
                </a:solidFill>
                <a:effectLst/>
                <a:uFillTx/>
                <a:latin typeface="Calibri"/>
              </a:rPr>
              <a:t>Acadia2026</a:t>
            </a:r>
            <a:endParaRPr lang="en-US" sz="2800" b="0" u="none" strike="noStrike">
              <a:solidFill>
                <a:srgbClr val="000000"/>
              </a:solidFill>
              <a:effectLst/>
              <a:uFillTx/>
              <a:latin typeface="Arial"/>
            </a:endParaRPr>
          </a:p>
        </p:txBody>
      </p:sp>
      <p:pic>
        <p:nvPicPr>
          <p:cNvPr id="560" name="Picture 5"/>
          <p:cNvPicPr/>
          <p:nvPr/>
        </p:nvPicPr>
        <p:blipFill>
          <a:blip r:embed="rId3"/>
          <a:stretch/>
        </p:blipFill>
        <p:spPr>
          <a:xfrm>
            <a:off x="4118400" y="1321200"/>
            <a:ext cx="3882240" cy="3882240"/>
          </a:xfrm>
          <a:prstGeom prst="rect">
            <a:avLst/>
          </a:prstGeom>
          <a:noFill/>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62" name="TextBox 2"/>
          <p:cNvSpPr/>
          <p:nvPr/>
        </p:nvSpPr>
        <p:spPr>
          <a:xfrm>
            <a:off x="771480" y="875880"/>
            <a:ext cx="60969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User Feedback &amp; Survey</a:t>
            </a:r>
            <a:endParaRPr lang="en-US" sz="1800" b="0" u="none" strike="noStrike">
              <a:solidFill>
                <a:srgbClr val="000000"/>
              </a:solidFill>
              <a:effectLst/>
              <a:uFillTx/>
              <a:latin typeface="Arial"/>
            </a:endParaRPr>
          </a:p>
        </p:txBody>
      </p:sp>
      <p:sp>
        <p:nvSpPr>
          <p:cNvPr id="563" name="TextBox 4"/>
          <p:cNvSpPr/>
          <p:nvPr/>
        </p:nvSpPr>
        <p:spPr>
          <a:xfrm>
            <a:off x="771480" y="1245240"/>
            <a:ext cx="609696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User Feedback and Evaluation</a:t>
            </a:r>
            <a:endParaRPr lang="en-US" sz="1600" b="0" u="none" strike="noStrike">
              <a:solidFill>
                <a:srgbClr val="000000"/>
              </a:solidFill>
              <a:effectLst/>
              <a:uFillTx/>
              <a:latin typeface="Arial"/>
            </a:endParaRPr>
          </a:p>
        </p:txBody>
      </p:sp>
      <p:sp>
        <p:nvSpPr>
          <p:cNvPr id="564" name="TextBox 3"/>
          <p:cNvSpPr/>
          <p:nvPr/>
        </p:nvSpPr>
        <p:spPr>
          <a:xfrm>
            <a:off x="771480" y="1583640"/>
            <a:ext cx="5154840" cy="110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100" b="0" u="none" strike="noStrike">
                <a:solidFill>
                  <a:schemeClr val="dk1"/>
                </a:solidFill>
                <a:effectLst/>
                <a:uFillTx/>
                <a:latin typeface="Calibri"/>
              </a:rPr>
              <a:t>To evaluate Acadia in a real-world environment, the application was deployed on the Apple App Store and tested by university students.</a:t>
            </a: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r>
              <a:rPr lang="en-QA" sz="1100" b="0" u="none" strike="noStrike">
                <a:solidFill>
                  <a:schemeClr val="dk1"/>
                </a:solidFill>
                <a:effectLst/>
                <a:uFillTx/>
                <a:latin typeface="Calibri"/>
              </a:rPr>
              <a:t>A survey was conducted with 28 participants to measure usability, usefulness, UI/UX quality, feature effectiveness, AI recommendation quality, and system stability.</a:t>
            </a: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p:txBody>
      </p:sp>
      <p:pic>
        <p:nvPicPr>
          <p:cNvPr id="565" name="Picture 7" descr="Forms response chart. Question title: Was Acadia easy to use during first use?. Number of responses: 28 responses."/>
          <p:cNvPicPr/>
          <p:nvPr/>
        </p:nvPicPr>
        <p:blipFill>
          <a:blip r:embed="rId3"/>
          <a:stretch/>
        </p:blipFill>
        <p:spPr>
          <a:xfrm>
            <a:off x="234360" y="2631240"/>
            <a:ext cx="3228840" cy="1358280"/>
          </a:xfrm>
          <a:prstGeom prst="rect">
            <a:avLst/>
          </a:prstGeom>
          <a:noFill/>
          <a:ln w="0">
            <a:noFill/>
          </a:ln>
        </p:spPr>
      </p:pic>
      <p:pic>
        <p:nvPicPr>
          <p:cNvPr id="566" name="Picture 8" descr="Forms response chart. Question title: Was navigation between screens simple and understandable?. Number of responses: 28 responses."/>
          <p:cNvPicPr/>
          <p:nvPr/>
        </p:nvPicPr>
        <p:blipFill>
          <a:blip r:embed="rId4"/>
          <a:stretch/>
        </p:blipFill>
        <p:spPr>
          <a:xfrm>
            <a:off x="162360" y="3990240"/>
            <a:ext cx="3705480" cy="1558800"/>
          </a:xfrm>
          <a:prstGeom prst="rect">
            <a:avLst/>
          </a:prstGeom>
          <a:noFill/>
          <a:ln w="0">
            <a:noFill/>
          </a:ln>
        </p:spPr>
      </p:pic>
      <p:pic>
        <p:nvPicPr>
          <p:cNvPr id="567" name="Picture 9" descr="Forms response chart. Question title: Which feature did you use the most?. Number of responses: 28 responses."/>
          <p:cNvPicPr/>
          <p:nvPr/>
        </p:nvPicPr>
        <p:blipFill>
          <a:blip r:embed="rId5"/>
          <a:stretch/>
        </p:blipFill>
        <p:spPr>
          <a:xfrm>
            <a:off x="3139920" y="2685600"/>
            <a:ext cx="3323520" cy="1398240"/>
          </a:xfrm>
          <a:prstGeom prst="rect">
            <a:avLst/>
          </a:prstGeom>
          <a:noFill/>
          <a:ln w="0">
            <a:noFill/>
          </a:ln>
        </p:spPr>
      </p:pic>
      <p:pic>
        <p:nvPicPr>
          <p:cNvPr id="568" name="Picture 10" descr="Forms response chart. Question title: Did the deadline and reminder system help you manage assignments better?. Number of responses: 28 responses."/>
          <p:cNvPicPr/>
          <p:nvPr/>
        </p:nvPicPr>
        <p:blipFill>
          <a:blip r:embed="rId6"/>
          <a:stretch/>
        </p:blipFill>
        <p:spPr>
          <a:xfrm>
            <a:off x="107640" y="5549400"/>
            <a:ext cx="2950560" cy="1241280"/>
          </a:xfrm>
          <a:prstGeom prst="rect">
            <a:avLst/>
          </a:prstGeom>
          <a:noFill/>
          <a:ln w="0">
            <a:noFill/>
          </a:ln>
        </p:spPr>
      </p:pic>
      <p:pic>
        <p:nvPicPr>
          <p:cNvPr id="569" name="Picture 16"/>
          <p:cNvPicPr/>
          <p:nvPr/>
        </p:nvPicPr>
        <p:blipFill>
          <a:blip r:embed="rId7"/>
          <a:stretch/>
        </p:blipFill>
        <p:spPr>
          <a:xfrm>
            <a:off x="3033360" y="4050720"/>
            <a:ext cx="4359960" cy="2651040"/>
          </a:xfrm>
          <a:prstGeom prst="rect">
            <a:avLst/>
          </a:prstGeom>
          <a:noFill/>
          <a:ln w="0">
            <a:noFill/>
          </a:ln>
        </p:spPr>
      </p:pic>
      <p:pic>
        <p:nvPicPr>
          <p:cNvPr id="570" name="Picture 18"/>
          <p:cNvPicPr/>
          <p:nvPr/>
        </p:nvPicPr>
        <p:blipFill>
          <a:blip r:embed="rId8"/>
          <a:stretch/>
        </p:blipFill>
        <p:spPr>
          <a:xfrm>
            <a:off x="7807680" y="865080"/>
            <a:ext cx="4149720" cy="5785560"/>
          </a:xfrm>
          <a:prstGeom prst="rect">
            <a:avLst/>
          </a:prstGeom>
          <a:noFill/>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72" name="TextBox 2"/>
          <p:cNvSpPr/>
          <p:nvPr/>
        </p:nvSpPr>
        <p:spPr>
          <a:xfrm>
            <a:off x="709920" y="875880"/>
            <a:ext cx="60969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Challenges Faced</a:t>
            </a:r>
            <a:endParaRPr lang="en-US" sz="1800" b="0" u="none" strike="noStrike">
              <a:solidFill>
                <a:srgbClr val="000000"/>
              </a:solidFill>
              <a:effectLst/>
              <a:uFillTx/>
              <a:latin typeface="Arial"/>
            </a:endParaRPr>
          </a:p>
        </p:txBody>
      </p:sp>
      <p:sp>
        <p:nvSpPr>
          <p:cNvPr id="573" name="TextBox 4"/>
          <p:cNvSpPr/>
          <p:nvPr/>
        </p:nvSpPr>
        <p:spPr>
          <a:xfrm>
            <a:off x="709920" y="1245240"/>
            <a:ext cx="609696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Challenges During Development</a:t>
            </a:r>
            <a:endParaRPr lang="en-US" sz="1600" b="0" u="none" strike="noStrike">
              <a:solidFill>
                <a:srgbClr val="000000"/>
              </a:solidFill>
              <a:effectLst/>
              <a:uFillTx/>
              <a:latin typeface="Arial"/>
            </a:endParaRPr>
          </a:p>
        </p:txBody>
      </p:sp>
      <p:sp>
        <p:nvSpPr>
          <p:cNvPr id="574" name="TextBox 6"/>
          <p:cNvSpPr/>
          <p:nvPr/>
        </p:nvSpPr>
        <p:spPr>
          <a:xfrm>
            <a:off x="709920" y="1718640"/>
            <a:ext cx="10622880" cy="438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Main challenges included:</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Realtime synchronization complexity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Provider state consistency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Notification scheduling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Timer persistence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AI orchestration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Supabase realtime handling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Analytics optimization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Cross-platform UI consistency </a:t>
            </a:r>
            <a:endParaRPr lang="en-US" sz="1800" b="0" u="none" strike="noStrike">
              <a:solidFill>
                <a:srgbClr val="000000"/>
              </a:solidFill>
              <a:effectLst/>
              <a:uFillTx/>
              <a:latin typeface="Arial"/>
            </a:endParaRPr>
          </a:p>
          <a:p>
            <a:pPr marL="457200" defTabSz="914400">
              <a:lnSpc>
                <a:spcPct val="150000"/>
              </a:lnSpc>
            </a:pPr>
            <a:endParaRPr lang="en-US" sz="1800" b="0" u="none" strike="noStrike">
              <a:solidFill>
                <a:srgbClr val="000000"/>
              </a:solidFill>
              <a:effectLst/>
              <a:uFillTx/>
              <a:latin typeface="Arial"/>
            </a:endParaRPr>
          </a:p>
          <a:p>
            <a:pPr defTabSz="914400">
              <a:lnSpc>
                <a:spcPct val="100000"/>
              </a:lnSpc>
            </a:pPr>
            <a:r>
              <a:rPr lang="en-QA" sz="1800" b="0" u="none" strike="noStrike">
                <a:solidFill>
                  <a:schemeClr val="dk1"/>
                </a:solidFill>
                <a:effectLst/>
                <a:uFillTx/>
                <a:latin typeface="Calibri"/>
              </a:rPr>
              <a:t>The team solved these challenges through iterative Scrum development and continuous testing.</a:t>
            </a:r>
            <a:endParaRPr lang="en-US" sz="18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76" name="TextBox 2"/>
          <p:cNvSpPr/>
          <p:nvPr/>
        </p:nvSpPr>
        <p:spPr>
          <a:xfrm>
            <a:off x="789120" y="875880"/>
            <a:ext cx="60969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Future Work</a:t>
            </a:r>
            <a:endParaRPr lang="en-US" sz="1800" b="0" u="none" strike="noStrike">
              <a:solidFill>
                <a:srgbClr val="000000"/>
              </a:solidFill>
              <a:effectLst/>
              <a:uFillTx/>
              <a:latin typeface="Arial"/>
            </a:endParaRPr>
          </a:p>
        </p:txBody>
      </p:sp>
      <p:sp>
        <p:nvSpPr>
          <p:cNvPr id="577" name="TextBox 4"/>
          <p:cNvSpPr/>
          <p:nvPr/>
        </p:nvSpPr>
        <p:spPr>
          <a:xfrm>
            <a:off x="789120" y="1245240"/>
            <a:ext cx="609696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600" b="0" u="none" strike="noStrike">
                <a:solidFill>
                  <a:schemeClr val="dk1"/>
                </a:solidFill>
                <a:effectLst/>
                <a:uFillTx/>
                <a:latin typeface="Calibri"/>
              </a:rPr>
              <a:t>Future Improvements</a:t>
            </a:r>
            <a:endParaRPr lang="en-US" sz="1600" b="0" u="none" strike="noStrike">
              <a:solidFill>
                <a:srgbClr val="000000"/>
              </a:solidFill>
              <a:effectLst/>
              <a:uFillTx/>
              <a:latin typeface="Arial"/>
            </a:endParaRPr>
          </a:p>
        </p:txBody>
      </p:sp>
      <p:sp>
        <p:nvSpPr>
          <p:cNvPr id="578" name="TextBox 6"/>
          <p:cNvSpPr/>
          <p:nvPr/>
        </p:nvSpPr>
        <p:spPr>
          <a:xfrm>
            <a:off x="789120" y="1614600"/>
            <a:ext cx="6096960" cy="365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Future development plans include:</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Predictive academic forecasting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Advanced AI tutoring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Calendar synchronization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Wearable device integration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Collaborative study groups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Advanced machine learning models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University system integration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Web dashboard expansion</a:t>
            </a:r>
            <a:endParaRPr lang="en-US" sz="18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80" name="TextBox 2"/>
          <p:cNvSpPr/>
          <p:nvPr/>
        </p:nvSpPr>
        <p:spPr>
          <a:xfrm>
            <a:off x="718920" y="875880"/>
            <a:ext cx="60969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1" u="none" strike="noStrike">
                <a:solidFill>
                  <a:schemeClr val="accent1"/>
                </a:solidFill>
                <a:effectLst/>
                <a:uFillTx/>
                <a:latin typeface="Calibri"/>
              </a:rPr>
              <a:t>Conclusion</a:t>
            </a:r>
            <a:endParaRPr lang="en-US" sz="1800" b="0" u="none" strike="noStrike">
              <a:solidFill>
                <a:srgbClr val="000000"/>
              </a:solidFill>
              <a:effectLst/>
              <a:uFillTx/>
              <a:latin typeface="Arial"/>
            </a:endParaRPr>
          </a:p>
        </p:txBody>
      </p:sp>
      <p:sp>
        <p:nvSpPr>
          <p:cNvPr id="581" name="TextBox 4"/>
          <p:cNvSpPr/>
          <p:nvPr/>
        </p:nvSpPr>
        <p:spPr>
          <a:xfrm>
            <a:off x="718920" y="1340640"/>
            <a:ext cx="11009880" cy="397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QA" sz="1800" b="0" u="none" strike="noStrike">
                <a:solidFill>
                  <a:schemeClr val="dk1"/>
                </a:solidFill>
                <a:effectLst/>
                <a:uFillTx/>
                <a:latin typeface="Calibri"/>
              </a:rPr>
              <a:t>Acadia demonstrates how software engineering, AI, analytics, and realtime systems can be combined into one academic productivity ecosystem.</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QA" sz="1800" b="0" u="none" strike="noStrike">
                <a:solidFill>
                  <a:schemeClr val="dk1"/>
                </a:solidFill>
                <a:effectLst/>
                <a:uFillTx/>
                <a:latin typeface="Calibri"/>
              </a:rPr>
              <a:t>Acadia provides:</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Intelligent academic monitoring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Productivity analytics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Realtime academic insights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Ai-assisted recommendations </a:t>
            </a:r>
            <a:endParaRPr lang="en-US" sz="1800" b="0" u="none" strike="noStrike">
              <a:solidFill>
                <a:srgbClr val="000000"/>
              </a:solidFill>
              <a:effectLst/>
              <a:uFillTx/>
              <a:latin typeface="Arial"/>
            </a:endParaRPr>
          </a:p>
          <a:p>
            <a:pPr marL="800280" lvl="1" indent="-343080" defTabSz="914400">
              <a:lnSpc>
                <a:spcPct val="150000"/>
              </a:lnSpc>
              <a:buClr>
                <a:srgbClr val="3E3E3E"/>
              </a:buClr>
              <a:buFont typeface="Calibri Light"/>
              <a:buAutoNum type="arabicPeriod"/>
            </a:pPr>
            <a:r>
              <a:rPr lang="en-QA" sz="1800" b="0" u="none" strike="noStrike">
                <a:solidFill>
                  <a:schemeClr val="dk1"/>
                </a:solidFill>
                <a:effectLst/>
                <a:uFillTx/>
                <a:latin typeface="Calibri"/>
              </a:rPr>
              <a:t>Stress and burnout awareness </a:t>
            </a:r>
            <a:endParaRPr lang="en-US" sz="1800" b="0" u="none" strike="noStrike">
              <a:solidFill>
                <a:srgbClr val="000000"/>
              </a:solidFill>
              <a:effectLst/>
              <a:uFillTx/>
              <a:latin typeface="Arial"/>
            </a:endParaRPr>
          </a:p>
          <a:p>
            <a:pPr marL="457200" defTabSz="914400">
              <a:lnSpc>
                <a:spcPct val="150000"/>
              </a:lnSpc>
            </a:pPr>
            <a:endParaRPr lang="en-US" sz="1800" b="0" u="none" strike="noStrike">
              <a:solidFill>
                <a:srgbClr val="000000"/>
              </a:solidFill>
              <a:effectLst/>
              <a:uFillTx/>
              <a:latin typeface="Arial"/>
            </a:endParaRPr>
          </a:p>
          <a:p>
            <a:pPr defTabSz="914400">
              <a:lnSpc>
                <a:spcPct val="100000"/>
              </a:lnSpc>
            </a:pPr>
            <a:r>
              <a:rPr lang="en-QA" sz="1800" b="0" u="none" strike="noStrike">
                <a:solidFill>
                  <a:schemeClr val="dk1"/>
                </a:solidFill>
                <a:effectLst/>
                <a:uFillTx/>
                <a:latin typeface="Calibri"/>
              </a:rPr>
              <a:t>The project achieved its objectives and produced a scalable production-ready MVP.</a:t>
            </a:r>
            <a:endParaRPr lang="en-US" sz="18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TextBox 11"/>
          <p:cNvSpPr/>
          <p:nvPr/>
        </p:nvSpPr>
        <p:spPr>
          <a:xfrm>
            <a:off x="11655000" y="50652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QA" sz="1800" b="0" u="none" strike="noStrike">
              <a:solidFill>
                <a:schemeClr val="dk1"/>
              </a:solidFill>
              <a:effectLst/>
              <a:uFillTx/>
              <a:latin typeface="Calibri"/>
            </a:endParaRPr>
          </a:p>
        </p:txBody>
      </p:sp>
      <p:sp>
        <p:nvSpPr>
          <p:cNvPr id="583" name="Picture 3"/>
          <p:cNvSpPr/>
          <p:nvPr/>
        </p:nvSpPr>
        <p:spPr>
          <a:xfrm>
            <a:off x="5073120" y="506520"/>
            <a:ext cx="2045520" cy="2045520"/>
          </a:xfrm>
          <a:prstGeom prst="ellipse">
            <a:avLst/>
          </a:prstGeom>
          <a:blipFill rotWithShape="0">
            <a:blip r:embed="rId3"/>
            <a:srcRect/>
            <a:stretch/>
          </a:blipFill>
          <a:ln w="63500" cap="rnd">
            <a:solidFill>
              <a:srgbClr val="333333"/>
            </a:solidFill>
            <a:round/>
          </a:ln>
          <a:effectLst>
            <a:outerShdw blurRad="380880" dist="29196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84" name="Picture 13"/>
          <p:cNvPicPr/>
          <p:nvPr/>
        </p:nvPicPr>
        <p:blipFill>
          <a:blip r:embed="rId4"/>
          <a:stretch/>
        </p:blipFill>
        <p:spPr>
          <a:xfrm>
            <a:off x="750240" y="3429000"/>
            <a:ext cx="10690920" cy="3405960"/>
          </a:xfrm>
          <a:prstGeom prst="rect">
            <a:avLst/>
          </a:prstGeom>
          <a:noFill/>
          <a:ln w="0">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PlaceHolder 1"/>
          <p:cNvSpPr>
            <a:spLocks noGrp="1"/>
          </p:cNvSpPr>
          <p:nvPr>
            <p:ph type="title" hasCustomPrompt="1"/>
          </p:nvPr>
        </p:nvSpPr>
        <p:spPr>
          <a:xfrm>
            <a:off x="838080" y="2159640"/>
            <a:ext cx="10515240" cy="579960"/>
          </a:xfrm>
          <a:prstGeom prst="rect">
            <a:avLst/>
          </a:prstGeom>
          <a:noFill/>
          <a:ln w="0">
            <a:noFill/>
          </a:ln>
        </p:spPr>
        <p:txBody>
          <a:bodyPr lIns="90000" tIns="45000" rIns="90000" bIns="45000" anchor="t">
            <a:noAutofit/>
          </a:bodyPr>
          <a:lstStyle/>
          <a:p>
            <a:pPr indent="0" algn="ctr" defTabSz="914400">
              <a:lnSpc>
                <a:spcPct val="90000"/>
              </a:lnSpc>
              <a:buNone/>
            </a:pPr>
            <a:r>
              <a:rPr lang="en-QA" sz="3200" b="1" u="none" strike="noStrike">
                <a:solidFill>
                  <a:schemeClr val="lt1"/>
                </a:solidFill>
                <a:effectLst/>
                <a:uFillTx/>
                <a:latin typeface="Gotham"/>
              </a:rPr>
              <a:t>Thank You</a:t>
            </a:r>
            <a:endParaRPr lang="en-US" sz="3200" b="1" u="none" strike="noStrike">
              <a:solidFill>
                <a:schemeClr val="lt1"/>
              </a:solidFill>
              <a:effectLst/>
              <a:uFillTx/>
              <a:latin typeface="Gotham"/>
            </a:endParaRPr>
          </a:p>
        </p:txBody>
      </p:sp>
      <p:sp>
        <p:nvSpPr>
          <p:cNvPr id="586" name="PlaceHolder 2"/>
          <p:cNvSpPr>
            <a:spLocks noGrp="1"/>
          </p:cNvSpPr>
          <p:nvPr>
            <p:ph/>
          </p:nvPr>
        </p:nvSpPr>
        <p:spPr>
          <a:xfrm>
            <a:off x="4771800" y="453960"/>
            <a:ext cx="2647800" cy="958320"/>
          </a:xfrm>
          <a:prstGeom prst="rect">
            <a:avLst/>
          </a:prstGeom>
          <a:blipFill rotWithShape="0">
            <a:blip r:embed="rId3"/>
            <a:stretch/>
          </a:blipFill>
          <a:ln w="0">
            <a:noFill/>
          </a:ln>
        </p:spPr>
        <p:txBody>
          <a:bodyPr lIns="90000" tIns="45000" rIns="90000" bIns="45000" anchor="t">
            <a:noAutofit/>
          </a:bodyPr>
          <a:lstStyle/>
          <a:p>
            <a:pPr indent="0" algn="ctr" defTabSz="914400">
              <a:lnSpc>
                <a:spcPct val="90000"/>
              </a:lnSpc>
              <a:spcBef>
                <a:spcPts val="1001"/>
              </a:spcBef>
              <a:buNone/>
              <a:tabLst>
                <a:tab pos="0" algn="l"/>
              </a:tabLst>
            </a:pPr>
            <a:endParaRPr lang="en-US" sz="2800" b="0" u="none" strike="noStrike" dirty="0">
              <a:solidFill>
                <a:schemeClr val="dk1">
                  <a:alpha val="0"/>
                </a:schemeClr>
              </a:solidFill>
              <a:effectLst/>
              <a:uFillTx/>
              <a:latin typeface="Calibri"/>
            </a:endParaRPr>
          </a:p>
        </p:txBody>
      </p:sp>
      <p:sp>
        <p:nvSpPr>
          <p:cNvPr id="587" name="PlaceHolder 3"/>
          <p:cNvSpPr>
            <a:spLocks noGrp="1"/>
          </p:cNvSpPr>
          <p:nvPr>
            <p:ph hasCustomPrompt="1"/>
          </p:nvPr>
        </p:nvSpPr>
        <p:spPr>
          <a:xfrm>
            <a:off x="1665360" y="7270920"/>
            <a:ext cx="1049040" cy="364680"/>
          </a:xfrm>
          <a:prstGeom prst="rect">
            <a:avLst/>
          </a:prstGeom>
          <a:noFill/>
          <a:ln w="0">
            <a:noFill/>
          </a:ln>
        </p:spPr>
        <p:txBody>
          <a:bodyPr lIns="90000" tIns="45000" rIns="90000" bIns="45000" anchor="ctr">
            <a:noAutofit/>
          </a:bodyPr>
          <a:lstStyle/>
          <a:p>
            <a:pPr indent="0" algn="ctr" defTabSz="914400">
              <a:lnSpc>
                <a:spcPct val="90000"/>
              </a:lnSpc>
              <a:spcBef>
                <a:spcPts val="1001"/>
              </a:spcBef>
              <a:buNone/>
              <a:tabLst>
                <a:tab pos="0" algn="l"/>
              </a:tabLst>
            </a:pPr>
            <a:fld id="{7545185F-D9BB-47B4-AC1C-226E07183DD8}" type="datetime1">
              <a:rPr lang="tr-TR" sz="1000" b="0" u="none" strike="noStrike">
                <a:solidFill>
                  <a:srgbClr val="706F6F"/>
                </a:solidFill>
                <a:effectLst/>
                <a:uFillTx/>
                <a:latin typeface="Gotham"/>
              </a:rPr>
              <a:t>17.05.2026</a:t>
            </a:fld>
            <a:endParaRPr lang="en-US" sz="1000" b="0" u="none" strike="noStrike">
              <a:solidFill>
                <a:schemeClr val="lt1"/>
              </a:solidFill>
              <a:effectLst/>
              <a:uFillTx/>
              <a:latin typeface="Gotham"/>
            </a:endParaRPr>
          </a:p>
        </p:txBody>
      </p:sp>
      <p:sp>
        <p:nvSpPr>
          <p:cNvPr id="588" name="PlaceHolder 4"/>
          <p:cNvSpPr>
            <a:spLocks noGrp="1"/>
          </p:cNvSpPr>
          <p:nvPr>
            <p:ph hasCustomPrompt="1"/>
          </p:nvPr>
        </p:nvSpPr>
        <p:spPr>
          <a:xfrm>
            <a:off x="3883320" y="7270920"/>
            <a:ext cx="4269240" cy="364680"/>
          </a:xfrm>
          <a:prstGeom prst="rect">
            <a:avLst/>
          </a:prstGeom>
          <a:noFill/>
          <a:ln w="0">
            <a:noFill/>
          </a:ln>
        </p:spPr>
        <p:txBody>
          <a:bodyPr lIns="90000" tIns="45000" rIns="90000" bIns="45000" anchor="ctr">
            <a:noAutofit/>
          </a:bodyPr>
          <a:lstStyle/>
          <a:p>
            <a:pPr indent="0" algn="ctr" defTabSz="914400">
              <a:lnSpc>
                <a:spcPct val="90000"/>
              </a:lnSpc>
              <a:spcBef>
                <a:spcPts val="1001"/>
              </a:spcBef>
              <a:buNone/>
              <a:tabLst>
                <a:tab pos="0" algn="l"/>
              </a:tabLst>
            </a:pPr>
            <a:r>
              <a:rPr lang="tr-TR" sz="1000" b="0" u="none" strike="noStrike">
                <a:solidFill>
                  <a:srgbClr val="706F6F"/>
                </a:solidFill>
                <a:effectLst/>
                <a:uFillTx/>
                <a:latin typeface="Gotham"/>
              </a:rPr>
              <a:t>Öğr. Gör. Mustafa Sami CÜCEN</a:t>
            </a:r>
            <a:endParaRPr lang="en-US" sz="1000" b="0" u="none" strike="noStrike">
              <a:solidFill>
                <a:schemeClr val="lt1"/>
              </a:solidFill>
              <a:effectLst/>
              <a:uFillTx/>
              <a:latin typeface="Gotham"/>
            </a:endParaRPr>
          </a:p>
        </p:txBody>
      </p:sp>
      <p:sp>
        <p:nvSpPr>
          <p:cNvPr id="589" name="PlaceHolder 5"/>
          <p:cNvSpPr>
            <a:spLocks noGrp="1"/>
          </p:cNvSpPr>
          <p:nvPr>
            <p:ph hasCustomPrompt="1"/>
          </p:nvPr>
        </p:nvSpPr>
        <p:spPr>
          <a:xfrm>
            <a:off x="8610480" y="7270920"/>
            <a:ext cx="2742840" cy="364680"/>
          </a:xfrm>
          <a:prstGeom prst="rect">
            <a:avLst/>
          </a:prstGeom>
          <a:noFill/>
          <a:ln w="0">
            <a:noFill/>
          </a:ln>
        </p:spPr>
        <p:txBody>
          <a:bodyPr lIns="90000" tIns="45000" rIns="90000" bIns="45000" anchor="ctr">
            <a:noAutofit/>
          </a:bodyPr>
          <a:lstStyle/>
          <a:p>
            <a:pPr indent="0" algn="ctr" defTabSz="914400">
              <a:lnSpc>
                <a:spcPct val="90000"/>
              </a:lnSpc>
              <a:spcBef>
                <a:spcPts val="1001"/>
              </a:spcBef>
              <a:buNone/>
              <a:tabLst>
                <a:tab pos="0" algn="l"/>
              </a:tabLst>
            </a:pPr>
            <a:endParaRPr lang="en-US" sz="1000" b="0" u="none" strike="noStrike">
              <a:solidFill>
                <a:srgbClr val="706F6F"/>
              </a:solidFill>
              <a:effectLst/>
              <a:uFillTx/>
              <a:latin typeface="Gotham"/>
            </a:endParaRPr>
          </a:p>
        </p:txBody>
      </p:sp>
    </p:spTree>
  </p:cSld>
  <p:clrMapOvr>
    <a:masterClrMapping/>
  </p:clrMapOvr>
</p:sld>
</file>

<file path=ppt/theme/theme1.xml><?xml version="1.0" encoding="utf-8"?>
<a:theme xmlns:a="http://schemas.openxmlformats.org/drawingml/2006/main" name="Özel Tasarım">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1_Özel Tasarım">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eması">
  <a:themeElements>
    <a:clrScheme name="tema renkleri">
      <a:dk1>
        <a:srgbClr val="3E3E3E"/>
      </a:dk1>
      <a:lt1>
        <a:srgbClr val="FFFFFF"/>
      </a:lt1>
      <a:dk2>
        <a:srgbClr val="44546A"/>
      </a:dk2>
      <a:lt2>
        <a:srgbClr val="E7E6E6"/>
      </a:lt2>
      <a:accent1>
        <a:srgbClr val="A4284B"/>
      </a:accent1>
      <a:accent2>
        <a:srgbClr val="CB3665"/>
      </a:accent2>
      <a:accent3>
        <a:srgbClr val="BB8096"/>
      </a:accent3>
      <a:accent4>
        <a:srgbClr val="5F1D33"/>
      </a:accent4>
      <a:accent5>
        <a:srgbClr val="280D17"/>
      </a:accent5>
      <a:accent6>
        <a:srgbClr val="3E3E3E"/>
      </a:accent6>
      <a:hlink>
        <a:srgbClr val="3E3E3E"/>
      </a:hlink>
      <a:folHlink>
        <a:srgbClr val="A4284B"/>
      </a:folHlink>
    </a:clrScheme>
    <a:fontScheme name="Office Teması">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8458</TotalTime>
  <Words>1268</Words>
  <Application>Microsoft Macintosh PowerPoint</Application>
  <PresentationFormat>Widescreen</PresentationFormat>
  <Paragraphs>422</Paragraphs>
  <Slides>34</Slides>
  <Notes>33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34</vt:i4>
      </vt:variant>
    </vt:vector>
  </HeadingPairs>
  <TitlesOfParts>
    <vt:vector size="46" baseType="lpstr">
      <vt:lpstr>Gotham Black</vt:lpstr>
      <vt:lpstr>Gotham</vt:lpstr>
      <vt:lpstr>Calibri Light</vt:lpstr>
      <vt:lpstr>Arial</vt:lpstr>
      <vt:lpstr>Gotham Medium</vt:lpstr>
      <vt:lpstr>Calibri</vt:lpstr>
      <vt:lpstr>Symbol</vt:lpstr>
      <vt:lpstr>Wingdings</vt:lpstr>
      <vt:lpstr>Times New Roman</vt:lpstr>
      <vt:lpstr>Özel Tasarım</vt:lpstr>
      <vt:lpstr>1_Özel Tasarım</vt:lpstr>
      <vt:lpstr>Office Teması</vt:lpstr>
      <vt:lpstr>Acadia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dc:description/>
  <cp:lastModifiedBy>NOURADDIN ABDURAHMAN ADEN</cp:lastModifiedBy>
  <cp:revision>44</cp:revision>
  <dcterms:created xsi:type="dcterms:W3CDTF">2024-06-22T11:55:02Z</dcterms:created>
  <dcterms:modified xsi:type="dcterms:W3CDTF">2026-05-17T20:24:57Z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31</vt:r8>
  </property>
  <property fmtid="{D5CDD505-2E9C-101B-9397-08002B2CF9AE}" pid="3" name="PresentationFormat">
    <vt:lpwstr>Widescreen</vt:lpwstr>
  </property>
  <property fmtid="{D5CDD505-2E9C-101B-9397-08002B2CF9AE}" pid="4" name="Slides">
    <vt:r8>32</vt:r8>
  </property>
</Properties>
</file>